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8288000" cy="10287000"/>
  <p:notesSz cx="6858000" cy="9144000"/>
  <p:embeddedFontLst>
    <p:embeddedFont>
      <p:font typeface="Arcade Gam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A"/>
    <a:srgbClr val="DF82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nksha Dange" userId="b477118eed9b0a04" providerId="LiveId" clId="{ACEB7B40-C507-40F0-AF33-49BE37562664}"/>
    <pc:docChg chg="undo custSel addSld delSld modSld modMainMaster">
      <pc:chgData name="Akanksha Dange" userId="b477118eed9b0a04" providerId="LiveId" clId="{ACEB7B40-C507-40F0-AF33-49BE37562664}" dt="2026-03-04T12:33:11.773" v="888" actId="20577"/>
      <pc:docMkLst>
        <pc:docMk/>
      </pc:docMkLst>
      <pc:sldChg chg="addSp delSp modSp mod modTransition">
        <pc:chgData name="Akanksha Dange" userId="b477118eed9b0a04" providerId="LiveId" clId="{ACEB7B40-C507-40F0-AF33-49BE37562664}" dt="2026-02-18T14:56:11.023" v="656" actId="1076"/>
        <pc:sldMkLst>
          <pc:docMk/>
          <pc:sldMk cId="0" sldId="256"/>
        </pc:sldMkLst>
        <pc:spChg chg="add del mod">
          <ac:chgData name="Akanksha Dange" userId="b477118eed9b0a04" providerId="LiveId" clId="{ACEB7B40-C507-40F0-AF33-49BE37562664}" dt="2026-02-18T14:53:26.594" v="632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56:07.634" v="655" actId="207"/>
          <ac:spMkLst>
            <pc:docMk/>
            <pc:sldMk cId="0" sldId="256"/>
            <ac:spMk id="37" creationId="{F1F82ADE-FA2B-1CF9-5620-6FECDF639343}"/>
          </ac:spMkLst>
        </pc:spChg>
        <pc:spChg chg="mod">
          <ac:chgData name="Akanksha Dange" userId="b477118eed9b0a04" providerId="LiveId" clId="{ACEB7B40-C507-40F0-AF33-49BE37562664}" dt="2026-02-18T14:56:07.634" v="655" actId="207"/>
          <ac:spMkLst>
            <pc:docMk/>
            <pc:sldMk cId="0" sldId="256"/>
            <ac:spMk id="38" creationId="{90BB8FF8-4FC1-3E1F-1299-EA1310517740}"/>
          </ac:spMkLst>
        </pc:spChg>
        <pc:grpChg chg="mod ord">
          <ac:chgData name="Akanksha Dange" userId="b477118eed9b0a04" providerId="LiveId" clId="{ACEB7B40-C507-40F0-AF33-49BE37562664}" dt="2026-02-18T14:55:00.161" v="652" actId="1076"/>
          <ac:grpSpMkLst>
            <pc:docMk/>
            <pc:sldMk cId="0" sldId="256"/>
            <ac:grpSpMk id="5" creationId="{00000000-0000-0000-0000-000000000000}"/>
          </ac:grpSpMkLst>
        </pc:grpChg>
        <pc:grpChg chg="mod">
          <ac:chgData name="Akanksha Dange" userId="b477118eed9b0a04" providerId="LiveId" clId="{ACEB7B40-C507-40F0-AF33-49BE37562664}" dt="2026-02-18T14:54:31.656" v="644" actId="1076"/>
          <ac:grpSpMkLst>
            <pc:docMk/>
            <pc:sldMk cId="0" sldId="256"/>
            <ac:grpSpMk id="22" creationId="{00000000-0000-0000-0000-000000000000}"/>
          </ac:grpSpMkLst>
        </pc:grpChg>
        <pc:grpChg chg="add mod ord">
          <ac:chgData name="Akanksha Dange" userId="b477118eed9b0a04" providerId="LiveId" clId="{ACEB7B40-C507-40F0-AF33-49BE37562664}" dt="2026-02-18T14:56:11.023" v="656" actId="1076"/>
          <ac:grpSpMkLst>
            <pc:docMk/>
            <pc:sldMk cId="0" sldId="256"/>
            <ac:grpSpMk id="36" creationId="{040EC2BC-670A-D8A1-5CCE-6C0951A473FF}"/>
          </ac:grpSpMkLst>
        </pc:grpChg>
      </pc:sldChg>
      <pc:sldChg chg="addSp delSp modSp mod modTransition modAnim">
        <pc:chgData name="Akanksha Dange" userId="b477118eed9b0a04" providerId="LiveId" clId="{ACEB7B40-C507-40F0-AF33-49BE37562664}" dt="2026-02-18T15:08:17.406" v="757" actId="1076"/>
        <pc:sldMkLst>
          <pc:docMk/>
          <pc:sldMk cId="0" sldId="257"/>
        </pc:sldMkLst>
        <pc:spChg chg="mod">
          <ac:chgData name="Akanksha Dange" userId="b477118eed9b0a04" providerId="LiveId" clId="{ACEB7B40-C507-40F0-AF33-49BE37562664}" dt="2026-02-18T15:07:38.004" v="751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12:12.302" v="169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12:08.831" v="168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5:01:42.226" v="689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5:03:39.078" v="711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08:21.088" v="102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11:40.485" v="164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26:42.533" v="394" actId="1076"/>
          <ac:spMkLst>
            <pc:docMk/>
            <pc:sldMk cId="0" sldId="257"/>
            <ac:spMk id="29" creationId="{00000000-0000-0000-0000-000000000000}"/>
          </ac:spMkLst>
        </pc:spChg>
        <pc:spChg chg="add mod">
          <ac:chgData name="Akanksha Dange" userId="b477118eed9b0a04" providerId="LiveId" clId="{ACEB7B40-C507-40F0-AF33-49BE37562664}" dt="2026-02-18T15:08:15.044" v="756" actId="1076"/>
          <ac:spMkLst>
            <pc:docMk/>
            <pc:sldMk cId="0" sldId="257"/>
            <ac:spMk id="32" creationId="{A89676CC-B9F5-3FAD-A5D4-160CFC2D9A27}"/>
          </ac:spMkLst>
        </pc:spChg>
        <pc:spChg chg="add mod">
          <ac:chgData name="Akanksha Dange" userId="b477118eed9b0a04" providerId="LiveId" clId="{ACEB7B40-C507-40F0-AF33-49BE37562664}" dt="2026-02-18T15:08:17.406" v="757" actId="1076"/>
          <ac:spMkLst>
            <pc:docMk/>
            <pc:sldMk cId="0" sldId="257"/>
            <ac:spMk id="33" creationId="{087966FA-4674-7E77-5EB6-43D6ECE43EB9}"/>
          </ac:spMkLst>
        </pc:spChg>
        <pc:grpChg chg="mod">
          <ac:chgData name="Akanksha Dange" userId="b477118eed9b0a04" providerId="LiveId" clId="{ACEB7B40-C507-40F0-AF33-49BE37562664}" dt="2026-02-18T15:07:51.226" v="754" actId="1076"/>
          <ac:grpSpMkLst>
            <pc:docMk/>
            <pc:sldMk cId="0" sldId="257"/>
            <ac:grpSpMk id="23" creationId="{00000000-0000-0000-0000-000000000000}"/>
          </ac:grpSpMkLst>
        </pc:grpChg>
        <pc:picChg chg="add mod">
          <ac:chgData name="Akanksha Dange" userId="b477118eed9b0a04" providerId="LiveId" clId="{ACEB7B40-C507-40F0-AF33-49BE37562664}" dt="2026-02-18T15:01:44.034" v="690" actId="1076"/>
          <ac:picMkLst>
            <pc:docMk/>
            <pc:sldMk cId="0" sldId="257"/>
            <ac:picMk id="31" creationId="{830ED1B3-0540-F072-1321-D27685261B92}"/>
          </ac:picMkLst>
        </pc:picChg>
      </pc:sldChg>
      <pc:sldChg chg="addSp delSp modSp mod modTransition">
        <pc:chgData name="Akanksha Dange" userId="b477118eed9b0a04" providerId="LiveId" clId="{ACEB7B40-C507-40F0-AF33-49BE37562664}" dt="2026-02-18T15:06:54.911" v="745" actId="478"/>
        <pc:sldMkLst>
          <pc:docMk/>
          <pc:sldMk cId="0" sldId="258"/>
        </pc:sldMkLst>
        <pc:spChg chg="mod">
          <ac:chgData name="Akanksha Dange" userId="b477118eed9b0a04" providerId="LiveId" clId="{ACEB7B40-C507-40F0-AF33-49BE37562664}" dt="2026-02-18T14:09:43.294" v="111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5:05:44.735" v="734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5:05:41.083" v="733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12:19.387" v="171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5:06:14.472" v="742" actId="164"/>
          <ac:spMkLst>
            <pc:docMk/>
            <pc:sldMk cId="0" sldId="258"/>
            <ac:spMk id="18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5:06:14.472" v="742" actId="164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5:06:05.539" v="741" actId="1076"/>
          <ac:spMkLst>
            <pc:docMk/>
            <pc:sldMk cId="0" sldId="258"/>
            <ac:spMk id="22" creationId="{00000000-0000-0000-0000-000000000000}"/>
          </ac:spMkLst>
        </pc:spChg>
        <pc:spChg chg="add mod">
          <ac:chgData name="Akanksha Dange" userId="b477118eed9b0a04" providerId="LiveId" clId="{ACEB7B40-C507-40F0-AF33-49BE37562664}" dt="2026-02-18T14:13:45.618" v="174" actId="20577"/>
          <ac:spMkLst>
            <pc:docMk/>
            <pc:sldMk cId="0" sldId="258"/>
            <ac:spMk id="23" creationId="{521F97FF-7004-B794-597E-E5AB47716160}"/>
          </ac:spMkLst>
        </pc:spChg>
        <pc:spChg chg="add mod">
          <ac:chgData name="Akanksha Dange" userId="b477118eed9b0a04" providerId="LiveId" clId="{ACEB7B40-C507-40F0-AF33-49BE37562664}" dt="2026-02-18T15:04:05.856" v="714" actId="1076"/>
          <ac:spMkLst>
            <pc:docMk/>
            <pc:sldMk cId="0" sldId="258"/>
            <ac:spMk id="29" creationId="{8DDC5753-310E-14F0-EF92-EAB0AEBD61DA}"/>
          </ac:spMkLst>
        </pc:spChg>
        <pc:spChg chg="add mod">
          <ac:chgData name="Akanksha Dange" userId="b477118eed9b0a04" providerId="LiveId" clId="{ACEB7B40-C507-40F0-AF33-49BE37562664}" dt="2026-02-18T15:04:09.066" v="716" actId="1076"/>
          <ac:spMkLst>
            <pc:docMk/>
            <pc:sldMk cId="0" sldId="258"/>
            <ac:spMk id="30" creationId="{B651C317-F354-3BE0-BA6C-A3A77F4CD02D}"/>
          </ac:spMkLst>
        </pc:spChg>
        <pc:grpChg chg="add mod">
          <ac:chgData name="Akanksha Dange" userId="b477118eed9b0a04" providerId="LiveId" clId="{ACEB7B40-C507-40F0-AF33-49BE37562664}" dt="2026-02-18T15:06:14.472" v="742" actId="164"/>
          <ac:grpSpMkLst>
            <pc:docMk/>
            <pc:sldMk cId="0" sldId="258"/>
            <ac:grpSpMk id="34" creationId="{63AE3521-5E7B-61BD-14D2-404E0A3DF684}"/>
          </ac:grpSpMkLst>
        </pc:grpChg>
      </pc:sldChg>
      <pc:sldChg chg="addSp delSp modSp mod modTransition">
        <pc:chgData name="Akanksha Dange" userId="b477118eed9b0a04" providerId="LiveId" clId="{ACEB7B40-C507-40F0-AF33-49BE37562664}" dt="2026-02-18T15:00:09.498" v="673" actId="1076"/>
        <pc:sldMkLst>
          <pc:docMk/>
          <pc:sldMk cId="0" sldId="259"/>
        </pc:sldMkLst>
        <pc:spChg chg="add del mod">
          <ac:chgData name="Akanksha Dange" userId="b477118eed9b0a04" providerId="LiveId" clId="{ACEB7B40-C507-40F0-AF33-49BE37562664}" dt="2026-02-18T14:10:33.740" v="120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10:30.760" v="119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15:55.216" v="217" actId="20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5:00:06.100" v="672" actId="1076"/>
          <ac:spMkLst>
            <pc:docMk/>
            <pc:sldMk cId="0" sldId="259"/>
            <ac:spMk id="23" creationId="{00000000-0000-0000-0000-000000000000}"/>
          </ac:spMkLst>
        </pc:spChg>
        <pc:grpChg chg="mod">
          <ac:chgData name="Akanksha Dange" userId="b477118eed9b0a04" providerId="LiveId" clId="{ACEB7B40-C507-40F0-AF33-49BE37562664}" dt="2026-02-18T15:00:09.498" v="673" actId="1076"/>
          <ac:grpSpMkLst>
            <pc:docMk/>
            <pc:sldMk cId="0" sldId="259"/>
            <ac:grpSpMk id="20" creationId="{00000000-0000-0000-0000-000000000000}"/>
          </ac:grpSpMkLst>
        </pc:grpChg>
      </pc:sldChg>
      <pc:sldChg chg="addSp delSp modSp mod modTransition">
        <pc:chgData name="Akanksha Dange" userId="b477118eed9b0a04" providerId="LiveId" clId="{ACEB7B40-C507-40F0-AF33-49BE37562664}" dt="2026-02-18T14:38:30.294" v="575" actId="1076"/>
        <pc:sldMkLst>
          <pc:docMk/>
          <pc:sldMk cId="0" sldId="260"/>
        </pc:sldMkLst>
        <pc:spChg chg="mod">
          <ac:chgData name="Akanksha Dange" userId="b477118eed9b0a04" providerId="LiveId" clId="{ACEB7B40-C507-40F0-AF33-49BE37562664}" dt="2026-02-18T14:16:03.175" v="218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23:50.672" v="344" actId="5793"/>
          <ac:spMkLst>
            <pc:docMk/>
            <pc:sldMk cId="0" sldId="260"/>
            <ac:spMk id="23" creationId="{00000000-0000-0000-0000-000000000000}"/>
          </ac:spMkLst>
        </pc:spChg>
        <pc:grpChg chg="add del">
          <ac:chgData name="Akanksha Dange" userId="b477118eed9b0a04" providerId="LiveId" clId="{ACEB7B40-C507-40F0-AF33-49BE37562664}" dt="2026-02-18T14:19:28.344" v="264" actId="478"/>
          <ac:grpSpMkLst>
            <pc:docMk/>
            <pc:sldMk cId="0" sldId="260"/>
            <ac:grpSpMk id="14" creationId="{00000000-0000-0000-0000-000000000000}"/>
          </ac:grpSpMkLst>
        </pc:grpChg>
        <pc:grpChg chg="mod">
          <ac:chgData name="Akanksha Dange" userId="b477118eed9b0a04" providerId="LiveId" clId="{ACEB7B40-C507-40F0-AF33-49BE37562664}" dt="2026-02-18T14:38:30.294" v="575" actId="1076"/>
          <ac:grpSpMkLst>
            <pc:docMk/>
            <pc:sldMk cId="0" sldId="260"/>
            <ac:grpSpMk id="20" creationId="{00000000-0000-0000-0000-000000000000}"/>
          </ac:grpSpMkLst>
        </pc:grpChg>
      </pc:sldChg>
      <pc:sldChg chg="addSp delSp modSp mod modTransition">
        <pc:chgData name="Akanksha Dange" userId="b477118eed9b0a04" providerId="LiveId" clId="{ACEB7B40-C507-40F0-AF33-49BE37562664}" dt="2026-02-18T14:38:51.124" v="579" actId="1037"/>
        <pc:sldMkLst>
          <pc:docMk/>
          <pc:sldMk cId="0" sldId="261"/>
        </pc:sldMkLst>
        <pc:spChg chg="mod">
          <ac:chgData name="Akanksha Dange" userId="b477118eed9b0a04" providerId="LiveId" clId="{ACEB7B40-C507-40F0-AF33-49BE37562664}" dt="2026-02-18T14:24:21.985" v="345" actId="20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26:20.071" v="391" actId="12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38:51.124" v="579" actId="1037"/>
          <ac:spMkLst>
            <pc:docMk/>
            <pc:sldMk cId="0" sldId="261"/>
            <ac:spMk id="23" creationId="{00000000-0000-0000-0000-000000000000}"/>
          </ac:spMkLst>
        </pc:spChg>
        <pc:grpChg chg="mod">
          <ac:chgData name="Akanksha Dange" userId="b477118eed9b0a04" providerId="LiveId" clId="{ACEB7B40-C507-40F0-AF33-49BE37562664}" dt="2026-02-18T14:38:44.044" v="577" actId="1076"/>
          <ac:grpSpMkLst>
            <pc:docMk/>
            <pc:sldMk cId="0" sldId="261"/>
            <ac:grpSpMk id="20" creationId="{00000000-0000-0000-0000-000000000000}"/>
          </ac:grpSpMkLst>
        </pc:grpChg>
      </pc:sldChg>
      <pc:sldChg chg="addSp delSp modSp mod modTransition modAnim">
        <pc:chgData name="Akanksha Dange" userId="b477118eed9b0a04" providerId="LiveId" clId="{ACEB7B40-C507-40F0-AF33-49BE37562664}" dt="2026-02-18T15:08:49.536" v="759" actId="1076"/>
        <pc:sldMkLst>
          <pc:docMk/>
          <pc:sldMk cId="0" sldId="262"/>
        </pc:sldMkLst>
        <pc:spChg chg="mod">
          <ac:chgData name="Akanksha Dange" userId="b477118eed9b0a04" providerId="LiveId" clId="{ACEB7B40-C507-40F0-AF33-49BE37562664}" dt="2026-02-18T14:59:00.824" v="665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29:48.219" v="436" actId="403"/>
          <ac:spMkLst>
            <pc:docMk/>
            <pc:sldMk cId="0" sldId="262"/>
            <ac:spMk id="28" creationId="{00000000-0000-0000-0000-000000000000}"/>
          </ac:spMkLst>
        </pc:spChg>
        <pc:grpChg chg="mod">
          <ac:chgData name="Akanksha Dange" userId="b477118eed9b0a04" providerId="LiveId" clId="{ACEB7B40-C507-40F0-AF33-49BE37562664}" dt="2026-02-18T14:59:11.523" v="668" actId="14100"/>
          <ac:grpSpMkLst>
            <pc:docMk/>
            <pc:sldMk cId="0" sldId="262"/>
            <ac:grpSpMk id="24" creationId="{00000000-0000-0000-0000-000000000000}"/>
          </ac:grpSpMkLst>
        </pc:grpChg>
        <pc:picChg chg="add mod modCrop">
          <ac:chgData name="Akanksha Dange" userId="b477118eed9b0a04" providerId="LiveId" clId="{ACEB7B40-C507-40F0-AF33-49BE37562664}" dt="2026-02-18T15:08:49.536" v="759" actId="1076"/>
          <ac:picMkLst>
            <pc:docMk/>
            <pc:sldMk cId="0" sldId="262"/>
            <ac:picMk id="30" creationId="{A7FFB428-991D-C1CC-4214-09CDA7BD5954}"/>
          </ac:picMkLst>
        </pc:picChg>
      </pc:sldChg>
      <pc:sldChg chg="delSp modSp mod modTransition">
        <pc:chgData name="Akanksha Dange" userId="b477118eed9b0a04" providerId="LiveId" clId="{ACEB7B40-C507-40F0-AF33-49BE37562664}" dt="2026-02-18T14:38:56.454" v="580" actId="478"/>
        <pc:sldMkLst>
          <pc:docMk/>
          <pc:sldMk cId="0" sldId="263"/>
        </pc:sldMkLst>
        <pc:spChg chg="mod">
          <ac:chgData name="Akanksha Dange" userId="b477118eed9b0a04" providerId="LiveId" clId="{ACEB7B40-C507-40F0-AF33-49BE37562664}" dt="2026-02-18T14:30:06.806" v="441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30:11.709" v="443" actId="107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30:33.608" v="449" actId="1076"/>
          <ac:spMkLst>
            <pc:docMk/>
            <pc:sldMk cId="0" sldId="263"/>
            <ac:spMk id="29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30:23.809" v="448" actId="6549"/>
          <ac:spMkLst>
            <pc:docMk/>
            <pc:sldMk cId="0" sldId="263"/>
            <ac:spMk id="30" creationId="{00000000-0000-0000-0000-000000000000}"/>
          </ac:spMkLst>
        </pc:spChg>
      </pc:sldChg>
      <pc:sldChg chg="delSp modSp mod modTransition">
        <pc:chgData name="Akanksha Dange" userId="b477118eed9b0a04" providerId="LiveId" clId="{ACEB7B40-C507-40F0-AF33-49BE37562664}" dt="2026-02-18T14:39:54.228" v="585" actId="1076"/>
        <pc:sldMkLst>
          <pc:docMk/>
          <pc:sldMk cId="0" sldId="264"/>
        </pc:sldMkLst>
        <pc:spChg chg="mod">
          <ac:chgData name="Akanksha Dange" userId="b477118eed9b0a04" providerId="LiveId" clId="{ACEB7B40-C507-40F0-AF33-49BE37562664}" dt="2026-02-18T14:30:40.837" v="450" actId="20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39:54.228" v="585" actId="1076"/>
          <ac:spMkLst>
            <pc:docMk/>
            <pc:sldMk cId="0" sldId="264"/>
            <ac:spMk id="23" creationId="{00000000-0000-0000-0000-000000000000}"/>
          </ac:spMkLst>
        </pc:spChg>
        <pc:grpChg chg="mod">
          <ac:chgData name="Akanksha Dange" userId="b477118eed9b0a04" providerId="LiveId" clId="{ACEB7B40-C507-40F0-AF33-49BE37562664}" dt="2026-02-18T14:39:49.383" v="584" actId="1076"/>
          <ac:grpSpMkLst>
            <pc:docMk/>
            <pc:sldMk cId="0" sldId="264"/>
            <ac:grpSpMk id="20" creationId="{00000000-0000-0000-0000-000000000000}"/>
          </ac:grpSpMkLst>
        </pc:grpChg>
      </pc:sldChg>
      <pc:sldChg chg="delSp modSp mod modTransition">
        <pc:chgData name="Akanksha Dange" userId="b477118eed9b0a04" providerId="LiveId" clId="{ACEB7B40-C507-40F0-AF33-49BE37562664}" dt="2026-02-18T14:39:35.467" v="583" actId="404"/>
        <pc:sldMkLst>
          <pc:docMk/>
          <pc:sldMk cId="0" sldId="265"/>
        </pc:sldMkLst>
        <pc:spChg chg="mod">
          <ac:chgData name="Akanksha Dange" userId="b477118eed9b0a04" providerId="LiveId" clId="{ACEB7B40-C507-40F0-AF33-49BE37562664}" dt="2026-02-18T14:31:01.327" v="453" actId="20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39:35.467" v="583" actId="404"/>
          <ac:spMkLst>
            <pc:docMk/>
            <pc:sldMk cId="0" sldId="265"/>
            <ac:spMk id="28" creationId="{00000000-0000-0000-0000-000000000000}"/>
          </ac:spMkLst>
        </pc:spChg>
        <pc:grpChg chg="mod">
          <ac:chgData name="Akanksha Dange" userId="b477118eed9b0a04" providerId="LiveId" clId="{ACEB7B40-C507-40F0-AF33-49BE37562664}" dt="2026-02-18T14:31:22.608" v="456" actId="1076"/>
          <ac:grpSpMkLst>
            <pc:docMk/>
            <pc:sldMk cId="0" sldId="265"/>
            <ac:grpSpMk id="23" creationId="{00000000-0000-0000-0000-000000000000}"/>
          </ac:grpSpMkLst>
        </pc:grpChg>
      </pc:sldChg>
      <pc:sldChg chg="addSp delSp modSp mod modTransition">
        <pc:chgData name="Akanksha Dange" userId="b477118eed9b0a04" providerId="LiveId" clId="{ACEB7B40-C507-40F0-AF33-49BE37562664}" dt="2026-02-18T15:09:21.082" v="760" actId="207"/>
        <pc:sldMkLst>
          <pc:docMk/>
          <pc:sldMk cId="0" sldId="266"/>
        </pc:sldMkLst>
        <pc:spChg chg="mod">
          <ac:chgData name="Akanksha Dange" userId="b477118eed9b0a04" providerId="LiveId" clId="{ACEB7B40-C507-40F0-AF33-49BE37562664}" dt="2026-02-18T15:09:21.082" v="760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5:09:21.082" v="760" actId="207"/>
          <ac:spMkLst>
            <pc:docMk/>
            <pc:sldMk cId="0" sldId="266"/>
            <ac:spMk id="4" creationId="{00000000-0000-0000-0000-000000000000}"/>
          </ac:spMkLst>
        </pc:spChg>
        <pc:spChg chg="mod">
          <ac:chgData name="Akanksha Dange" userId="b477118eed9b0a04" providerId="LiveId" clId="{ACEB7B40-C507-40F0-AF33-49BE37562664}" dt="2026-02-18T14:31:38.253" v="458" actId="207"/>
          <ac:spMkLst>
            <pc:docMk/>
            <pc:sldMk cId="0" sldId="266"/>
            <ac:spMk id="25" creationId="{00000000-0000-0000-0000-000000000000}"/>
          </ac:spMkLst>
        </pc:spChg>
        <pc:spChg chg="add mod">
          <ac:chgData name="Akanksha Dange" userId="b477118eed9b0a04" providerId="LiveId" clId="{ACEB7B40-C507-40F0-AF33-49BE37562664}" dt="2026-02-18T14:35:49.320" v="566" actId="1076"/>
          <ac:spMkLst>
            <pc:docMk/>
            <pc:sldMk cId="0" sldId="266"/>
            <ac:spMk id="28" creationId="{C9CD43D6-317B-4F4B-E46F-DC2015B4A772}"/>
          </ac:spMkLst>
        </pc:spChg>
      </pc:sldChg>
      <pc:sldChg chg="modSp mod">
        <pc:chgData name="Akanksha Dange" userId="b477118eed9b0a04" providerId="LiveId" clId="{ACEB7B40-C507-40F0-AF33-49BE37562664}" dt="2026-03-04T12:33:11.773" v="888" actId="20577"/>
        <pc:sldMkLst>
          <pc:docMk/>
          <pc:sldMk cId="427006726" sldId="267"/>
        </pc:sldMkLst>
        <pc:spChg chg="mod">
          <ac:chgData name="Akanksha Dange" userId="b477118eed9b0a04" providerId="LiveId" clId="{ACEB7B40-C507-40F0-AF33-49BE37562664}" dt="2026-03-04T12:32:09.928" v="870" actId="20577"/>
          <ac:spMkLst>
            <pc:docMk/>
            <pc:sldMk cId="427006726" sldId="267"/>
            <ac:spMk id="19" creationId="{808DB387-61CB-68F1-08B3-DBFF0CC4037F}"/>
          </ac:spMkLst>
        </pc:spChg>
        <pc:spChg chg="mod">
          <ac:chgData name="Akanksha Dange" userId="b477118eed9b0a04" providerId="LiveId" clId="{ACEB7B40-C507-40F0-AF33-49BE37562664}" dt="2026-03-04T12:33:11.773" v="888" actId="20577"/>
          <ac:spMkLst>
            <pc:docMk/>
            <pc:sldMk cId="427006726" sldId="267"/>
            <ac:spMk id="23" creationId="{1AAF100C-1D4E-A28A-F600-7DB0108DEF0B}"/>
          </ac:spMkLst>
        </pc:spChg>
      </pc:sldChg>
      <pc:sldMasterChg chg="modTransition modSldLayout">
        <pc:chgData name="Akanksha Dange" userId="b477118eed9b0a04" providerId="LiveId" clId="{ACEB7B40-C507-40F0-AF33-49BE37562664}" dt="2026-02-18T14:02:34.576" v="15"/>
        <pc:sldMasterMkLst>
          <pc:docMk/>
          <pc:sldMasterMk cId="0" sldId="2147483648"/>
        </pc:sldMasterMkLst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Akanksha Dange" userId="b477118eed9b0a04" providerId="LiveId" clId="{ACEB7B40-C507-40F0-AF33-49BE37562664}" dt="2026-02-18T14:02:34.576" v="15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svg"/><Relationship Id="rId7" Type="http://schemas.openxmlformats.org/officeDocument/2006/relationships/image" Target="../media/image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12" Type="http://schemas.openxmlformats.org/officeDocument/2006/relationships/image" Target="../media/image2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svg"/><Relationship Id="rId7" Type="http://schemas.openxmlformats.org/officeDocument/2006/relationships/image" Target="../media/image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10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0.jpeg"/><Relationship Id="rId5" Type="http://schemas.openxmlformats.org/officeDocument/2006/relationships/image" Target="../media/image4.svg"/><Relationship Id="rId10" Type="http://schemas.openxmlformats.org/officeDocument/2006/relationships/image" Target="../media/image29.jpeg"/><Relationship Id="rId4" Type="http://schemas.openxmlformats.org/officeDocument/2006/relationships/image" Target="../media/image3.png"/><Relationship Id="rId9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8.svg"/><Relationship Id="rId3" Type="http://schemas.openxmlformats.org/officeDocument/2006/relationships/image" Target="../media/image31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5.svg"/><Relationship Id="rId5" Type="http://schemas.openxmlformats.org/officeDocument/2006/relationships/image" Target="../media/image10.svg"/><Relationship Id="rId10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7A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22">
            <a:extLst>
              <a:ext uri="{FF2B5EF4-FFF2-40B4-BE49-F238E27FC236}">
                <a16:creationId xmlns:a16="http://schemas.microsoft.com/office/drawing/2014/main" id="{040EC2BC-670A-D8A1-5CCE-6C0951A473FF}"/>
              </a:ext>
            </a:extLst>
          </p:cNvPr>
          <p:cNvGrpSpPr/>
          <p:nvPr/>
        </p:nvGrpSpPr>
        <p:grpSpPr>
          <a:xfrm rot="-10800000">
            <a:off x="13454" y="-40646"/>
            <a:ext cx="18288000" cy="5009239"/>
            <a:chOff x="0" y="0"/>
            <a:chExt cx="24384000" cy="6678985"/>
          </a:xfrm>
        </p:grpSpPr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F1F82ADE-FA2B-1CF9-5620-6FECDF639343}"/>
                </a:ext>
              </a:extLst>
            </p:cNvPr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90BB8FF8-4FC1-3E1F-1299-EA1310517740}"/>
                </a:ext>
              </a:extLst>
            </p:cNvPr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flipH="1">
            <a:off x="9969138" y="7501456"/>
            <a:ext cx="3360198" cy="598726"/>
          </a:xfrm>
          <a:custGeom>
            <a:avLst/>
            <a:gdLst/>
            <a:ahLst/>
            <a:cxnLst/>
            <a:rect l="l" t="t" r="r" b="b"/>
            <a:pathLst>
              <a:path w="3360198" h="598726">
                <a:moveTo>
                  <a:pt x="3360198" y="0"/>
                </a:moveTo>
                <a:lnTo>
                  <a:pt x="0" y="0"/>
                </a:lnTo>
                <a:lnTo>
                  <a:pt x="0" y="598726"/>
                </a:lnTo>
                <a:lnTo>
                  <a:pt x="3360198" y="598726"/>
                </a:lnTo>
                <a:lnTo>
                  <a:pt x="33601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98156" y="4066449"/>
            <a:ext cx="3360198" cy="598726"/>
          </a:xfrm>
          <a:custGeom>
            <a:avLst/>
            <a:gdLst/>
            <a:ahLst/>
            <a:cxnLst/>
            <a:rect l="l" t="t" r="r" b="b"/>
            <a:pathLst>
              <a:path w="3360198" h="598726">
                <a:moveTo>
                  <a:pt x="0" y="0"/>
                </a:moveTo>
                <a:lnTo>
                  <a:pt x="3360198" y="0"/>
                </a:lnTo>
                <a:lnTo>
                  <a:pt x="3360198" y="598726"/>
                </a:lnTo>
                <a:lnTo>
                  <a:pt x="0" y="598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92787" y="1568107"/>
            <a:ext cx="14365733" cy="6583138"/>
            <a:chOff x="0" y="0"/>
            <a:chExt cx="3783568" cy="17338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83568" cy="1733831"/>
            </a:xfrm>
            <a:custGeom>
              <a:avLst/>
              <a:gdLst/>
              <a:ahLst/>
              <a:cxnLst/>
              <a:rect l="l" t="t" r="r" b="b"/>
              <a:pathLst>
                <a:path w="3783568" h="1733831">
                  <a:moveTo>
                    <a:pt x="0" y="0"/>
                  </a:moveTo>
                  <a:lnTo>
                    <a:pt x="3783568" y="0"/>
                  </a:lnTo>
                  <a:lnTo>
                    <a:pt x="3783568" y="1733831"/>
                  </a:lnTo>
                  <a:lnTo>
                    <a:pt x="0" y="1733831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3783568" cy="1724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8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3763141" y="2602525"/>
            <a:ext cx="6492028" cy="2266308"/>
          </a:xfrm>
          <a:custGeom>
            <a:avLst/>
            <a:gdLst/>
            <a:ahLst/>
            <a:cxnLst/>
            <a:rect l="l" t="t" r="r" b="b"/>
            <a:pathLst>
              <a:path w="6492028" h="2266308">
                <a:moveTo>
                  <a:pt x="6492028" y="0"/>
                </a:moveTo>
                <a:lnTo>
                  <a:pt x="0" y="0"/>
                </a:lnTo>
                <a:lnTo>
                  <a:pt x="0" y="2266308"/>
                </a:lnTo>
                <a:lnTo>
                  <a:pt x="6492028" y="2266308"/>
                </a:lnTo>
                <a:lnTo>
                  <a:pt x="649202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2095694" y="346914"/>
            <a:ext cx="4246007" cy="756561"/>
          </a:xfrm>
          <a:custGeom>
            <a:avLst/>
            <a:gdLst/>
            <a:ahLst/>
            <a:cxnLst/>
            <a:rect l="l" t="t" r="r" b="b"/>
            <a:pathLst>
              <a:path w="4246007" h="756561">
                <a:moveTo>
                  <a:pt x="4246007" y="0"/>
                </a:moveTo>
                <a:lnTo>
                  <a:pt x="0" y="0"/>
                </a:lnTo>
                <a:lnTo>
                  <a:pt x="0" y="756561"/>
                </a:lnTo>
                <a:lnTo>
                  <a:pt x="4246007" y="756561"/>
                </a:lnTo>
                <a:lnTo>
                  <a:pt x="424600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626127" y="334741"/>
            <a:ext cx="4378441" cy="1592160"/>
          </a:xfrm>
          <a:custGeom>
            <a:avLst/>
            <a:gdLst/>
            <a:ahLst/>
            <a:cxnLst/>
            <a:rect l="l" t="t" r="r" b="b"/>
            <a:pathLst>
              <a:path w="4378441" h="1592160">
                <a:moveTo>
                  <a:pt x="0" y="0"/>
                </a:moveTo>
                <a:lnTo>
                  <a:pt x="4378441" y="0"/>
                </a:lnTo>
                <a:lnTo>
                  <a:pt x="4378441" y="1592160"/>
                </a:lnTo>
                <a:lnTo>
                  <a:pt x="0" y="15921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612140" y="5668646"/>
            <a:ext cx="5656742" cy="1007928"/>
          </a:xfrm>
          <a:custGeom>
            <a:avLst/>
            <a:gdLst/>
            <a:ahLst/>
            <a:cxnLst/>
            <a:rect l="l" t="t" r="r" b="b"/>
            <a:pathLst>
              <a:path w="5656742" h="1007928">
                <a:moveTo>
                  <a:pt x="5656742" y="0"/>
                </a:moveTo>
                <a:lnTo>
                  <a:pt x="0" y="0"/>
                </a:lnTo>
                <a:lnTo>
                  <a:pt x="0" y="1007928"/>
                </a:lnTo>
                <a:lnTo>
                  <a:pt x="5656742" y="1007928"/>
                </a:lnTo>
                <a:lnTo>
                  <a:pt x="56567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1370548" y="4806111"/>
            <a:ext cx="6280885" cy="1119139"/>
          </a:xfrm>
          <a:custGeom>
            <a:avLst/>
            <a:gdLst/>
            <a:ahLst/>
            <a:cxnLst/>
            <a:rect l="l" t="t" r="r" b="b"/>
            <a:pathLst>
              <a:path w="6280885" h="1119139">
                <a:moveTo>
                  <a:pt x="0" y="0"/>
                </a:moveTo>
                <a:lnTo>
                  <a:pt x="6280885" y="0"/>
                </a:lnTo>
                <a:lnTo>
                  <a:pt x="6280885" y="1119140"/>
                </a:lnTo>
                <a:lnTo>
                  <a:pt x="0" y="11191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095694" y="1170150"/>
            <a:ext cx="370526" cy="519870"/>
          </a:xfrm>
          <a:custGeom>
            <a:avLst/>
            <a:gdLst/>
            <a:ahLst/>
            <a:cxnLst/>
            <a:rect l="l" t="t" r="r" b="b"/>
            <a:pathLst>
              <a:path w="370526" h="519870">
                <a:moveTo>
                  <a:pt x="0" y="0"/>
                </a:moveTo>
                <a:lnTo>
                  <a:pt x="370526" y="0"/>
                </a:lnTo>
                <a:lnTo>
                  <a:pt x="370526" y="519870"/>
                </a:lnTo>
                <a:lnTo>
                  <a:pt x="0" y="5198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864003" y="2195210"/>
            <a:ext cx="290305" cy="407315"/>
          </a:xfrm>
          <a:custGeom>
            <a:avLst/>
            <a:gdLst/>
            <a:ahLst/>
            <a:cxnLst/>
            <a:rect l="l" t="t" r="r" b="b"/>
            <a:pathLst>
              <a:path w="290305" h="407315">
                <a:moveTo>
                  <a:pt x="0" y="0"/>
                </a:moveTo>
                <a:lnTo>
                  <a:pt x="290305" y="0"/>
                </a:lnTo>
                <a:lnTo>
                  <a:pt x="290305" y="407315"/>
                </a:lnTo>
                <a:lnTo>
                  <a:pt x="0" y="4073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330580" y="6243115"/>
            <a:ext cx="308938" cy="433459"/>
          </a:xfrm>
          <a:custGeom>
            <a:avLst/>
            <a:gdLst/>
            <a:ahLst/>
            <a:cxnLst/>
            <a:rect l="l" t="t" r="r" b="b"/>
            <a:pathLst>
              <a:path w="308938" h="433459">
                <a:moveTo>
                  <a:pt x="0" y="0"/>
                </a:moveTo>
                <a:lnTo>
                  <a:pt x="308937" y="0"/>
                </a:lnTo>
                <a:lnTo>
                  <a:pt x="308937" y="433459"/>
                </a:lnTo>
                <a:lnTo>
                  <a:pt x="0" y="4334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68564" y="3808149"/>
            <a:ext cx="216179" cy="303313"/>
          </a:xfrm>
          <a:custGeom>
            <a:avLst/>
            <a:gdLst/>
            <a:ahLst/>
            <a:cxnLst/>
            <a:rect l="l" t="t" r="r" b="b"/>
            <a:pathLst>
              <a:path w="216179" h="303313">
                <a:moveTo>
                  <a:pt x="0" y="0"/>
                </a:moveTo>
                <a:lnTo>
                  <a:pt x="216179" y="0"/>
                </a:lnTo>
                <a:lnTo>
                  <a:pt x="216179" y="303313"/>
                </a:lnTo>
                <a:lnTo>
                  <a:pt x="0" y="3033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10800000">
            <a:off x="-4" y="8603068"/>
            <a:ext cx="18288000" cy="5009239"/>
            <a:chOff x="0" y="0"/>
            <a:chExt cx="24384000" cy="66789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4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4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604594" y="5045504"/>
            <a:ext cx="4813957" cy="857760"/>
          </a:xfrm>
          <a:custGeom>
            <a:avLst/>
            <a:gdLst/>
            <a:ahLst/>
            <a:cxnLst/>
            <a:rect l="l" t="t" r="r" b="b"/>
            <a:pathLst>
              <a:path w="4813957" h="857760">
                <a:moveTo>
                  <a:pt x="0" y="0"/>
                </a:moveTo>
                <a:lnTo>
                  <a:pt x="4813957" y="0"/>
                </a:lnTo>
                <a:lnTo>
                  <a:pt x="4813957" y="857760"/>
                </a:lnTo>
                <a:lnTo>
                  <a:pt x="0" y="857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-195356" y="2195210"/>
            <a:ext cx="3360198" cy="598726"/>
          </a:xfrm>
          <a:custGeom>
            <a:avLst/>
            <a:gdLst/>
            <a:ahLst/>
            <a:cxnLst/>
            <a:rect l="l" t="t" r="r" b="b"/>
            <a:pathLst>
              <a:path w="3360198" h="598726">
                <a:moveTo>
                  <a:pt x="0" y="0"/>
                </a:moveTo>
                <a:lnTo>
                  <a:pt x="3360198" y="0"/>
                </a:lnTo>
                <a:lnTo>
                  <a:pt x="3360198" y="598726"/>
                </a:lnTo>
                <a:lnTo>
                  <a:pt x="0" y="598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flipH="1">
            <a:off x="15183904" y="1382903"/>
            <a:ext cx="3360198" cy="598726"/>
          </a:xfrm>
          <a:custGeom>
            <a:avLst/>
            <a:gdLst/>
            <a:ahLst/>
            <a:cxnLst/>
            <a:rect l="l" t="t" r="r" b="b"/>
            <a:pathLst>
              <a:path w="3360198" h="598726">
                <a:moveTo>
                  <a:pt x="3360198" y="0"/>
                </a:moveTo>
                <a:lnTo>
                  <a:pt x="0" y="0"/>
                </a:lnTo>
                <a:lnTo>
                  <a:pt x="0" y="598726"/>
                </a:lnTo>
                <a:lnTo>
                  <a:pt x="3360198" y="598726"/>
                </a:lnTo>
                <a:lnTo>
                  <a:pt x="33601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603572" y="5732799"/>
            <a:ext cx="5184612" cy="1121762"/>
          </a:xfrm>
          <a:custGeom>
            <a:avLst/>
            <a:gdLst/>
            <a:ahLst/>
            <a:cxnLst/>
            <a:rect l="l" t="t" r="r" b="b"/>
            <a:pathLst>
              <a:path w="5184612" h="1121762">
                <a:moveTo>
                  <a:pt x="0" y="0"/>
                </a:moveTo>
                <a:lnTo>
                  <a:pt x="5184612" y="0"/>
                </a:lnTo>
                <a:lnTo>
                  <a:pt x="5184612" y="1121761"/>
                </a:lnTo>
                <a:lnTo>
                  <a:pt x="0" y="11217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6652052" y="7241521"/>
            <a:ext cx="185263" cy="259935"/>
          </a:xfrm>
          <a:custGeom>
            <a:avLst/>
            <a:gdLst/>
            <a:ahLst/>
            <a:cxnLst/>
            <a:rect l="l" t="t" r="r" b="b"/>
            <a:pathLst>
              <a:path w="185263" h="259935">
                <a:moveTo>
                  <a:pt x="0" y="0"/>
                </a:moveTo>
                <a:lnTo>
                  <a:pt x="185262" y="0"/>
                </a:lnTo>
                <a:lnTo>
                  <a:pt x="185262" y="259935"/>
                </a:lnTo>
                <a:lnTo>
                  <a:pt x="0" y="259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1102" y="5035535"/>
            <a:ext cx="5750608" cy="5750608"/>
          </a:xfrm>
          <a:custGeom>
            <a:avLst/>
            <a:gdLst/>
            <a:ahLst/>
            <a:cxnLst/>
            <a:rect l="l" t="t" r="r" b="b"/>
            <a:pathLst>
              <a:path w="5750608" h="5750608">
                <a:moveTo>
                  <a:pt x="0" y="0"/>
                </a:moveTo>
                <a:lnTo>
                  <a:pt x="5750608" y="0"/>
                </a:lnTo>
                <a:lnTo>
                  <a:pt x="5750608" y="5750607"/>
                </a:lnTo>
                <a:lnTo>
                  <a:pt x="0" y="575060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704500" y="2870136"/>
            <a:ext cx="10585296" cy="144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sz="9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STRATEGIC</a:t>
            </a:r>
          </a:p>
          <a:p>
            <a:pPr algn="ctr">
              <a:lnSpc>
                <a:spcPts val="10299"/>
              </a:lnSpc>
            </a:pPr>
            <a:r>
              <a:rPr lang="en-US" sz="9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TIC TAC TOE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81205" y="6000834"/>
            <a:ext cx="4829347" cy="67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8"/>
              </a:lnSpc>
            </a:pPr>
            <a:r>
              <a:rPr lang="en-US" sz="24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BUILT IN C USING RAYLIB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113856" y="914925"/>
            <a:ext cx="446726" cy="626783"/>
          </a:xfrm>
          <a:custGeom>
            <a:avLst/>
            <a:gdLst/>
            <a:ahLst/>
            <a:cxnLst/>
            <a:rect l="l" t="t" r="r" b="b"/>
            <a:pathLst>
              <a:path w="446726" h="626783">
                <a:moveTo>
                  <a:pt x="0" y="0"/>
                </a:moveTo>
                <a:lnTo>
                  <a:pt x="446726" y="0"/>
                </a:lnTo>
                <a:lnTo>
                  <a:pt x="446726" y="626784"/>
                </a:lnTo>
                <a:lnTo>
                  <a:pt x="0" y="626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238823" y="2138933"/>
            <a:ext cx="185263" cy="259935"/>
          </a:xfrm>
          <a:custGeom>
            <a:avLst/>
            <a:gdLst/>
            <a:ahLst/>
            <a:cxnLst/>
            <a:rect l="l" t="t" r="r" b="b"/>
            <a:pathLst>
              <a:path w="185263" h="259935">
                <a:moveTo>
                  <a:pt x="0" y="0"/>
                </a:moveTo>
                <a:lnTo>
                  <a:pt x="185262" y="0"/>
                </a:lnTo>
                <a:lnTo>
                  <a:pt x="185262" y="259935"/>
                </a:lnTo>
                <a:lnTo>
                  <a:pt x="0" y="259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431681" y="1254404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303139" y="2566939"/>
            <a:ext cx="380314" cy="533604"/>
          </a:xfrm>
          <a:custGeom>
            <a:avLst/>
            <a:gdLst/>
            <a:ahLst/>
            <a:cxnLst/>
            <a:rect l="l" t="t" r="r" b="b"/>
            <a:pathLst>
              <a:path w="380314" h="533604">
                <a:moveTo>
                  <a:pt x="0" y="0"/>
                </a:moveTo>
                <a:lnTo>
                  <a:pt x="380314" y="0"/>
                </a:lnTo>
                <a:lnTo>
                  <a:pt x="380314" y="533604"/>
                </a:lnTo>
                <a:lnTo>
                  <a:pt x="0" y="533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-681400" y="1583425"/>
            <a:ext cx="4088828" cy="728555"/>
          </a:xfrm>
          <a:custGeom>
            <a:avLst/>
            <a:gdLst/>
            <a:ahLst/>
            <a:cxnLst/>
            <a:rect l="l" t="t" r="r" b="b"/>
            <a:pathLst>
              <a:path w="4088828" h="728555">
                <a:moveTo>
                  <a:pt x="0" y="0"/>
                </a:moveTo>
                <a:lnTo>
                  <a:pt x="4088828" y="0"/>
                </a:lnTo>
                <a:lnTo>
                  <a:pt x="4088828" y="728554"/>
                </a:lnTo>
                <a:lnTo>
                  <a:pt x="0" y="7285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4828929" y="2395564"/>
            <a:ext cx="3709047" cy="660885"/>
          </a:xfrm>
          <a:custGeom>
            <a:avLst/>
            <a:gdLst/>
            <a:ahLst/>
            <a:cxnLst/>
            <a:rect l="l" t="t" r="r" b="b"/>
            <a:pathLst>
              <a:path w="3709047" h="660885">
                <a:moveTo>
                  <a:pt x="3709047" y="0"/>
                </a:moveTo>
                <a:lnTo>
                  <a:pt x="0" y="0"/>
                </a:lnTo>
                <a:lnTo>
                  <a:pt x="0" y="660884"/>
                </a:lnTo>
                <a:lnTo>
                  <a:pt x="3709047" y="660884"/>
                </a:lnTo>
                <a:lnTo>
                  <a:pt x="370904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238823" y="432392"/>
            <a:ext cx="9154156" cy="140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53"/>
              </a:lnSpc>
              <a:spcBef>
                <a:spcPct val="0"/>
              </a:spcBef>
            </a:pPr>
            <a:r>
              <a:rPr lang="en-US" sz="5100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WHAT IS STRATEGIC TIC TAC TOE?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76199" y="2619945"/>
            <a:ext cx="15464596" cy="5829478"/>
            <a:chOff x="0" y="0"/>
            <a:chExt cx="4072980" cy="153533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72980" cy="1535336"/>
            </a:xfrm>
            <a:custGeom>
              <a:avLst/>
              <a:gdLst/>
              <a:ahLst/>
              <a:cxnLst/>
              <a:rect l="l" t="t" r="r" b="b"/>
              <a:pathLst>
                <a:path w="4072980" h="1535336">
                  <a:moveTo>
                    <a:pt x="0" y="0"/>
                  </a:moveTo>
                  <a:lnTo>
                    <a:pt x="4072980" y="0"/>
                  </a:lnTo>
                  <a:lnTo>
                    <a:pt x="4072980" y="1535336"/>
                  </a:lnTo>
                  <a:lnTo>
                    <a:pt x="0" y="1535336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4072980" cy="1525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8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flipH="1">
            <a:off x="13634306" y="7967937"/>
            <a:ext cx="2600361" cy="1205622"/>
          </a:xfrm>
          <a:custGeom>
            <a:avLst/>
            <a:gdLst/>
            <a:ahLst/>
            <a:cxnLst/>
            <a:rect l="l" t="t" r="r" b="b"/>
            <a:pathLst>
              <a:path w="2600361" h="1205622">
                <a:moveTo>
                  <a:pt x="2600361" y="0"/>
                </a:moveTo>
                <a:lnTo>
                  <a:pt x="0" y="0"/>
                </a:lnTo>
                <a:lnTo>
                  <a:pt x="0" y="1205622"/>
                </a:lnTo>
                <a:lnTo>
                  <a:pt x="2600361" y="1205622"/>
                </a:lnTo>
                <a:lnTo>
                  <a:pt x="260036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flipH="1">
            <a:off x="15012378" y="7444516"/>
            <a:ext cx="3481536" cy="1614167"/>
          </a:xfrm>
          <a:custGeom>
            <a:avLst/>
            <a:gdLst/>
            <a:ahLst/>
            <a:cxnLst/>
            <a:rect l="l" t="t" r="r" b="b"/>
            <a:pathLst>
              <a:path w="3481536" h="1614167">
                <a:moveTo>
                  <a:pt x="3481536" y="0"/>
                </a:moveTo>
                <a:lnTo>
                  <a:pt x="0" y="0"/>
                </a:lnTo>
                <a:lnTo>
                  <a:pt x="0" y="1614166"/>
                </a:lnTo>
                <a:lnTo>
                  <a:pt x="3481536" y="1614166"/>
                </a:lnTo>
                <a:lnTo>
                  <a:pt x="348153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886324" y="1998589"/>
            <a:ext cx="14575877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8"/>
              </a:lnSpc>
            </a:pPr>
            <a:r>
              <a:rPr lang="en-US" sz="2425" dirty="0">
                <a:solidFill>
                  <a:schemeClr val="bg1"/>
                </a:solidFill>
                <a:latin typeface="Arcade Gamer"/>
                <a:ea typeface="Arcade Gamer"/>
                <a:cs typeface="Arcade Gamer"/>
                <a:sym typeface="Arcade Gamer"/>
              </a:rPr>
              <a:t>TIC TAC TOE INSIDE TIC TAC TOE</a:t>
            </a:r>
          </a:p>
          <a:p>
            <a:pPr algn="ctr">
              <a:lnSpc>
                <a:spcPts val="2498"/>
              </a:lnSpc>
              <a:spcBef>
                <a:spcPct val="0"/>
              </a:spcBef>
            </a:pPr>
            <a:endParaRPr lang="en-US" sz="2425" dirty="0">
              <a:solidFill>
                <a:schemeClr val="bg1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113856" y="3362287"/>
            <a:ext cx="14060283" cy="414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425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INSTEAD OF A SIMPLE 3*3 GRID, THE GAME IS </a:t>
            </a:r>
            <a:r>
              <a:rPr lang="en-US" sz="2425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NESTeD</a:t>
            </a:r>
            <a:r>
              <a:rPr lang="en-US" sz="2425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. EVERY CELL IN THE BIG BOARD CONTAINS A FULLY FUNCTIONAL SMALL BOARD.</a:t>
            </a:r>
          </a:p>
          <a:p>
            <a:pPr algn="ctr">
              <a:lnSpc>
                <a:spcPts val="2498"/>
              </a:lnSpc>
              <a:spcBef>
                <a:spcPct val="0"/>
              </a:spcBef>
            </a:pPr>
            <a:endParaRPr lang="en-US" sz="2425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marL="523631" lvl="1" indent="-261816" algn="l">
              <a:lnSpc>
                <a:spcPts val="2498"/>
              </a:lnSpc>
              <a:buFont typeface="Arial"/>
              <a:buChar char="•"/>
            </a:pPr>
            <a:r>
              <a:rPr lang="en-US" sz="2425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THE Large BOARD: 9 TOTAL cells</a:t>
            </a:r>
          </a:p>
          <a:p>
            <a:pPr marL="523631" lvl="1" indent="-261816" algn="l">
              <a:lnSpc>
                <a:spcPts val="2498"/>
              </a:lnSpc>
              <a:buFont typeface="Arial"/>
              <a:buChar char="•"/>
            </a:pPr>
            <a:r>
              <a:rPr lang="en-US" sz="2425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THE Smaller BOARDS: 81 TOTAL cells</a:t>
            </a:r>
          </a:p>
          <a:p>
            <a:pPr marL="523631" lvl="1" indent="-261816" algn="l">
              <a:lnSpc>
                <a:spcPts val="2498"/>
              </a:lnSpc>
              <a:buFont typeface="Arial"/>
              <a:buChar char="•"/>
            </a:pPr>
            <a:r>
              <a:rPr lang="en-US" sz="2425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THE GOAL: WIN THREE SMALL BOARDS IN A ROW TO CLAIM THE BIG BOARD.</a:t>
            </a:r>
          </a:p>
          <a:p>
            <a:pPr marL="261815" lvl="1" algn="l">
              <a:lnSpc>
                <a:spcPts val="2498"/>
              </a:lnSpc>
            </a:pPr>
            <a:endParaRPr lang="en-US" sz="2425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marL="523631" lvl="1" indent="-261816">
              <a:lnSpc>
                <a:spcPts val="2498"/>
              </a:lnSpc>
              <a:buFont typeface="Arial"/>
              <a:buChar char="•"/>
            </a:pPr>
            <a:r>
              <a:rPr lang="en-US" sz="2425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THE FORCED MOVE RULE</a:t>
            </a:r>
          </a:p>
          <a:p>
            <a:pPr marL="1438031" lvl="3" indent="-261816">
              <a:lnSpc>
                <a:spcPts val="2498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YOUR MOVE DETERMINES WHERE YOUR OPPONENT MUST PLAY NEXT.</a:t>
            </a:r>
          </a:p>
          <a:p>
            <a:pPr marL="1438031" lvl="3" indent="-261816">
              <a:lnSpc>
                <a:spcPts val="2498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IF YOU PLAY IN THE BOTTOM-LEFT CELL OF ANY SMALL BOARD, YOUR OPPONENT IS FORCED TO TAKE THEIR NEXT TURN IN THE BOTTOM-LEFT BOARD OF THE LARGE GRID.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30ED1B3-0540-F072-1321-D27685261B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6765" y="2450441"/>
            <a:ext cx="6174993" cy="6141311"/>
          </a:xfrm>
          <a:prstGeom prst="rect">
            <a:avLst/>
          </a:prstGeom>
        </p:spPr>
      </p:pic>
      <p:sp>
        <p:nvSpPr>
          <p:cNvPr id="32" name="Freeform 22">
            <a:extLst>
              <a:ext uri="{FF2B5EF4-FFF2-40B4-BE49-F238E27FC236}">
                <a16:creationId xmlns:a16="http://schemas.microsoft.com/office/drawing/2014/main" id="{A89676CC-B9F5-3FAD-A5D4-160CFC2D9A27}"/>
              </a:ext>
            </a:extLst>
          </p:cNvPr>
          <p:cNvSpPr/>
          <p:nvPr/>
        </p:nvSpPr>
        <p:spPr>
          <a:xfrm flipH="1">
            <a:off x="114020" y="7847283"/>
            <a:ext cx="2400947" cy="1113166"/>
          </a:xfrm>
          <a:custGeom>
            <a:avLst/>
            <a:gdLst/>
            <a:ahLst/>
            <a:cxnLst/>
            <a:rect l="l" t="t" r="r" b="b"/>
            <a:pathLst>
              <a:path w="2400947" h="1113166">
                <a:moveTo>
                  <a:pt x="2400947" y="0"/>
                </a:moveTo>
                <a:lnTo>
                  <a:pt x="0" y="0"/>
                </a:lnTo>
                <a:lnTo>
                  <a:pt x="0" y="1113166"/>
                </a:lnTo>
                <a:lnTo>
                  <a:pt x="2400947" y="1113166"/>
                </a:lnTo>
                <a:lnTo>
                  <a:pt x="240094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11">
            <a:extLst>
              <a:ext uri="{FF2B5EF4-FFF2-40B4-BE49-F238E27FC236}">
                <a16:creationId xmlns:a16="http://schemas.microsoft.com/office/drawing/2014/main" id="{087966FA-4674-7E77-5EB6-43D6ECE43EB9}"/>
              </a:ext>
            </a:extLst>
          </p:cNvPr>
          <p:cNvSpPr/>
          <p:nvPr/>
        </p:nvSpPr>
        <p:spPr>
          <a:xfrm>
            <a:off x="570654" y="2833741"/>
            <a:ext cx="446726" cy="626783"/>
          </a:xfrm>
          <a:custGeom>
            <a:avLst/>
            <a:gdLst/>
            <a:ahLst/>
            <a:cxnLst/>
            <a:rect l="l" t="t" r="r" b="b"/>
            <a:pathLst>
              <a:path w="446726" h="626783">
                <a:moveTo>
                  <a:pt x="0" y="0"/>
                </a:moveTo>
                <a:lnTo>
                  <a:pt x="446726" y="0"/>
                </a:lnTo>
                <a:lnTo>
                  <a:pt x="446726" y="626784"/>
                </a:lnTo>
                <a:lnTo>
                  <a:pt x="0" y="626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527478" y="577389"/>
            <a:ext cx="14875978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53"/>
              </a:lnSpc>
              <a:spcBef>
                <a:spcPct val="0"/>
              </a:spcBef>
            </a:pPr>
            <a:r>
              <a:rPr lang="en-US" sz="5100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HOW DOES THIS GAME WORK?</a:t>
            </a:r>
          </a:p>
        </p:txBody>
      </p:sp>
      <p:sp>
        <p:nvSpPr>
          <p:cNvPr id="6" name="Freeform 6"/>
          <p:cNvSpPr/>
          <p:nvPr/>
        </p:nvSpPr>
        <p:spPr>
          <a:xfrm>
            <a:off x="1486859" y="1123205"/>
            <a:ext cx="446726" cy="626783"/>
          </a:xfrm>
          <a:custGeom>
            <a:avLst/>
            <a:gdLst/>
            <a:ahLst/>
            <a:cxnLst/>
            <a:rect l="l" t="t" r="r" b="b"/>
            <a:pathLst>
              <a:path w="446726" h="626783">
                <a:moveTo>
                  <a:pt x="0" y="0"/>
                </a:moveTo>
                <a:lnTo>
                  <a:pt x="446726" y="0"/>
                </a:lnTo>
                <a:lnTo>
                  <a:pt x="446726" y="626784"/>
                </a:lnTo>
                <a:lnTo>
                  <a:pt x="0" y="626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38823" y="2138933"/>
            <a:ext cx="185263" cy="259935"/>
          </a:xfrm>
          <a:custGeom>
            <a:avLst/>
            <a:gdLst/>
            <a:ahLst/>
            <a:cxnLst/>
            <a:rect l="l" t="t" r="r" b="b"/>
            <a:pathLst>
              <a:path w="185263" h="259935">
                <a:moveTo>
                  <a:pt x="0" y="0"/>
                </a:moveTo>
                <a:lnTo>
                  <a:pt x="185262" y="0"/>
                </a:lnTo>
                <a:lnTo>
                  <a:pt x="185262" y="259935"/>
                </a:lnTo>
                <a:lnTo>
                  <a:pt x="0" y="25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431681" y="1254404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03139" y="2566939"/>
            <a:ext cx="380314" cy="533604"/>
          </a:xfrm>
          <a:custGeom>
            <a:avLst/>
            <a:gdLst/>
            <a:ahLst/>
            <a:cxnLst/>
            <a:rect l="l" t="t" r="r" b="b"/>
            <a:pathLst>
              <a:path w="380314" h="533604">
                <a:moveTo>
                  <a:pt x="0" y="0"/>
                </a:moveTo>
                <a:lnTo>
                  <a:pt x="380314" y="0"/>
                </a:lnTo>
                <a:lnTo>
                  <a:pt x="380314" y="533604"/>
                </a:lnTo>
                <a:lnTo>
                  <a:pt x="0" y="53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34192" y="2469463"/>
            <a:ext cx="4088828" cy="728555"/>
          </a:xfrm>
          <a:custGeom>
            <a:avLst/>
            <a:gdLst/>
            <a:ahLst/>
            <a:cxnLst/>
            <a:rect l="l" t="t" r="r" b="b"/>
            <a:pathLst>
              <a:path w="4088828" h="728555">
                <a:moveTo>
                  <a:pt x="0" y="0"/>
                </a:moveTo>
                <a:lnTo>
                  <a:pt x="4088828" y="0"/>
                </a:lnTo>
                <a:lnTo>
                  <a:pt x="4088828" y="728555"/>
                </a:lnTo>
                <a:lnTo>
                  <a:pt x="0" y="728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4828929" y="1346607"/>
            <a:ext cx="3709047" cy="660885"/>
          </a:xfrm>
          <a:custGeom>
            <a:avLst/>
            <a:gdLst/>
            <a:ahLst/>
            <a:cxnLst/>
            <a:rect l="l" t="t" r="r" b="b"/>
            <a:pathLst>
              <a:path w="3709047" h="660885">
                <a:moveTo>
                  <a:pt x="3709047" y="0"/>
                </a:moveTo>
                <a:lnTo>
                  <a:pt x="0" y="0"/>
                </a:lnTo>
                <a:lnTo>
                  <a:pt x="0" y="660884"/>
                </a:lnTo>
                <a:lnTo>
                  <a:pt x="3709047" y="660884"/>
                </a:lnTo>
                <a:lnTo>
                  <a:pt x="37090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AE3521-5E7B-61BD-14D2-404E0A3DF684}"/>
              </a:ext>
            </a:extLst>
          </p:cNvPr>
          <p:cNvGrpSpPr/>
          <p:nvPr/>
        </p:nvGrpSpPr>
        <p:grpSpPr>
          <a:xfrm>
            <a:off x="0" y="7950673"/>
            <a:ext cx="18288000" cy="1379913"/>
            <a:chOff x="0" y="7950673"/>
            <a:chExt cx="18288000" cy="1379913"/>
          </a:xfrm>
        </p:grpSpPr>
        <p:sp>
          <p:nvSpPr>
            <p:cNvPr id="18" name="Freeform 18"/>
            <p:cNvSpPr/>
            <p:nvPr/>
          </p:nvSpPr>
          <p:spPr>
            <a:xfrm>
              <a:off x="0" y="7950673"/>
              <a:ext cx="9144000" cy="1379913"/>
            </a:xfrm>
            <a:custGeom>
              <a:avLst/>
              <a:gdLst/>
              <a:ahLst/>
              <a:cxnLst/>
              <a:rect l="l" t="t" r="r" b="b"/>
              <a:pathLst>
                <a:path w="9144000" h="1379913">
                  <a:moveTo>
                    <a:pt x="0" y="0"/>
                  </a:moveTo>
                  <a:lnTo>
                    <a:pt x="9144000" y="0"/>
                  </a:lnTo>
                  <a:lnTo>
                    <a:pt x="9144000" y="1379913"/>
                  </a:lnTo>
                  <a:lnTo>
                    <a:pt x="0" y="137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9144000" y="7950673"/>
              <a:ext cx="9144000" cy="1379913"/>
            </a:xfrm>
            <a:custGeom>
              <a:avLst/>
              <a:gdLst/>
              <a:ahLst/>
              <a:cxnLst/>
              <a:rect l="l" t="t" r="r" b="b"/>
              <a:pathLst>
                <a:path w="9144000" h="1379913">
                  <a:moveTo>
                    <a:pt x="0" y="0"/>
                  </a:moveTo>
                  <a:lnTo>
                    <a:pt x="9144000" y="0"/>
                  </a:lnTo>
                  <a:lnTo>
                    <a:pt x="9144000" y="1379913"/>
                  </a:lnTo>
                  <a:lnTo>
                    <a:pt x="0" y="137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711540" y="589294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0" y="0"/>
                </a:moveTo>
                <a:lnTo>
                  <a:pt x="1682677" y="0"/>
                </a:lnTo>
                <a:lnTo>
                  <a:pt x="1682677" y="3365355"/>
                </a:lnTo>
                <a:lnTo>
                  <a:pt x="0" y="33653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flipH="1">
            <a:off x="15893783" y="589294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1682677" y="0"/>
                </a:moveTo>
                <a:lnTo>
                  <a:pt x="0" y="0"/>
                </a:lnTo>
                <a:lnTo>
                  <a:pt x="0" y="3365355"/>
                </a:lnTo>
                <a:lnTo>
                  <a:pt x="1682677" y="3365355"/>
                </a:lnTo>
                <a:lnTo>
                  <a:pt x="168267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930555" y="2537869"/>
            <a:ext cx="10370741" cy="5382273"/>
          </a:xfrm>
          <a:custGeom>
            <a:avLst/>
            <a:gdLst/>
            <a:ahLst/>
            <a:cxnLst/>
            <a:rect l="l" t="t" r="r" b="b"/>
            <a:pathLst>
              <a:path w="10370741" h="5382273">
                <a:moveTo>
                  <a:pt x="0" y="0"/>
                </a:moveTo>
                <a:lnTo>
                  <a:pt x="10370741" y="0"/>
                </a:lnTo>
                <a:lnTo>
                  <a:pt x="10370741" y="5382272"/>
                </a:lnTo>
                <a:lnTo>
                  <a:pt x="0" y="53822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18858" b="-94096"/>
            </a:stretch>
          </a:blipFill>
        </p:spPr>
      </p:sp>
      <p:sp>
        <p:nvSpPr>
          <p:cNvPr id="23" name="TextBox 28">
            <a:extLst>
              <a:ext uri="{FF2B5EF4-FFF2-40B4-BE49-F238E27FC236}">
                <a16:creationId xmlns:a16="http://schemas.microsoft.com/office/drawing/2014/main" id="{521F97FF-7004-B794-597E-E5AB47716160}"/>
              </a:ext>
            </a:extLst>
          </p:cNvPr>
          <p:cNvSpPr txBox="1"/>
          <p:nvPr/>
        </p:nvSpPr>
        <p:spPr>
          <a:xfrm>
            <a:off x="1527478" y="1407823"/>
            <a:ext cx="14575877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425" dirty="0" err="1">
                <a:solidFill>
                  <a:schemeClr val="bg1"/>
                </a:solidFill>
                <a:latin typeface="Arcade Gamer"/>
                <a:ea typeface="Arcade Gamer"/>
                <a:cs typeface="Arcade Gamer"/>
                <a:sym typeface="Arcade Gamer"/>
              </a:rPr>
              <a:t>AlGorIthm</a:t>
            </a:r>
            <a:endParaRPr lang="en-US" sz="2425" dirty="0">
              <a:solidFill>
                <a:schemeClr val="bg1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sp>
        <p:nvSpPr>
          <p:cNvPr id="29" name="Freeform 8">
            <a:extLst>
              <a:ext uri="{FF2B5EF4-FFF2-40B4-BE49-F238E27FC236}">
                <a16:creationId xmlns:a16="http://schemas.microsoft.com/office/drawing/2014/main" id="{8DDC5753-310E-14F0-EF92-EAB0AEBD61DA}"/>
              </a:ext>
            </a:extLst>
          </p:cNvPr>
          <p:cNvSpPr/>
          <p:nvPr/>
        </p:nvSpPr>
        <p:spPr>
          <a:xfrm>
            <a:off x="11201400" y="1484986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8">
            <a:extLst>
              <a:ext uri="{FF2B5EF4-FFF2-40B4-BE49-F238E27FC236}">
                <a16:creationId xmlns:a16="http://schemas.microsoft.com/office/drawing/2014/main" id="{B651C317-F354-3BE0-BA6C-A3A77F4CD02D}"/>
              </a:ext>
            </a:extLst>
          </p:cNvPr>
          <p:cNvSpPr/>
          <p:nvPr/>
        </p:nvSpPr>
        <p:spPr>
          <a:xfrm>
            <a:off x="5681891" y="1493459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796131" y="1267259"/>
            <a:ext cx="446726" cy="626783"/>
          </a:xfrm>
          <a:custGeom>
            <a:avLst/>
            <a:gdLst/>
            <a:ahLst/>
            <a:cxnLst/>
            <a:rect l="l" t="t" r="r" b="b"/>
            <a:pathLst>
              <a:path w="446726" h="626783">
                <a:moveTo>
                  <a:pt x="0" y="0"/>
                </a:moveTo>
                <a:lnTo>
                  <a:pt x="446726" y="0"/>
                </a:lnTo>
                <a:lnTo>
                  <a:pt x="446726" y="626784"/>
                </a:lnTo>
                <a:lnTo>
                  <a:pt x="0" y="626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38823" y="2138933"/>
            <a:ext cx="185263" cy="259935"/>
          </a:xfrm>
          <a:custGeom>
            <a:avLst/>
            <a:gdLst/>
            <a:ahLst/>
            <a:cxnLst/>
            <a:rect l="l" t="t" r="r" b="b"/>
            <a:pathLst>
              <a:path w="185263" h="259935">
                <a:moveTo>
                  <a:pt x="0" y="0"/>
                </a:moveTo>
                <a:lnTo>
                  <a:pt x="185262" y="0"/>
                </a:lnTo>
                <a:lnTo>
                  <a:pt x="185262" y="259935"/>
                </a:lnTo>
                <a:lnTo>
                  <a:pt x="0" y="25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431681" y="1254404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303139" y="2566939"/>
            <a:ext cx="380314" cy="533604"/>
          </a:xfrm>
          <a:custGeom>
            <a:avLst/>
            <a:gdLst/>
            <a:ahLst/>
            <a:cxnLst/>
            <a:rect l="l" t="t" r="r" b="b"/>
            <a:pathLst>
              <a:path w="380314" h="533604">
                <a:moveTo>
                  <a:pt x="0" y="0"/>
                </a:moveTo>
                <a:lnTo>
                  <a:pt x="380314" y="0"/>
                </a:lnTo>
                <a:lnTo>
                  <a:pt x="380314" y="533604"/>
                </a:lnTo>
                <a:lnTo>
                  <a:pt x="0" y="53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48283" y="2034590"/>
            <a:ext cx="4088828" cy="728555"/>
          </a:xfrm>
          <a:custGeom>
            <a:avLst/>
            <a:gdLst/>
            <a:ahLst/>
            <a:cxnLst/>
            <a:rect l="l" t="t" r="r" b="b"/>
            <a:pathLst>
              <a:path w="4088828" h="728555">
                <a:moveTo>
                  <a:pt x="0" y="0"/>
                </a:moveTo>
                <a:lnTo>
                  <a:pt x="4088828" y="0"/>
                </a:lnTo>
                <a:lnTo>
                  <a:pt x="4088828" y="728555"/>
                </a:lnTo>
                <a:lnTo>
                  <a:pt x="0" y="728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5721937" y="1580651"/>
            <a:ext cx="3709047" cy="660885"/>
          </a:xfrm>
          <a:custGeom>
            <a:avLst/>
            <a:gdLst/>
            <a:ahLst/>
            <a:cxnLst/>
            <a:rect l="l" t="t" r="r" b="b"/>
            <a:pathLst>
              <a:path w="3709047" h="660885">
                <a:moveTo>
                  <a:pt x="3709047" y="0"/>
                </a:moveTo>
                <a:lnTo>
                  <a:pt x="0" y="0"/>
                </a:lnTo>
                <a:lnTo>
                  <a:pt x="0" y="660885"/>
                </a:lnTo>
                <a:lnTo>
                  <a:pt x="3709047" y="660885"/>
                </a:lnTo>
                <a:lnTo>
                  <a:pt x="37090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711540" y="575450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0" y="0"/>
                </a:moveTo>
                <a:lnTo>
                  <a:pt x="1682677" y="0"/>
                </a:lnTo>
                <a:lnTo>
                  <a:pt x="1682677" y="3365355"/>
                </a:lnTo>
                <a:lnTo>
                  <a:pt x="0" y="33653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6112529" y="575450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1682677" y="0"/>
                </a:moveTo>
                <a:lnTo>
                  <a:pt x="0" y="0"/>
                </a:lnTo>
                <a:lnTo>
                  <a:pt x="0" y="3365355"/>
                </a:lnTo>
                <a:lnTo>
                  <a:pt x="1682677" y="3365355"/>
                </a:lnTo>
                <a:lnTo>
                  <a:pt x="16826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06009" y="910601"/>
            <a:ext cx="14875978" cy="238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3"/>
              </a:lnSpc>
            </a:pPr>
            <a:r>
              <a:rPr lang="en-US" sz="5100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INITIALIZATION &amp; STRUCTURE</a:t>
            </a:r>
          </a:p>
          <a:p>
            <a:pPr algn="ctr">
              <a:lnSpc>
                <a:spcPts val="3296"/>
              </a:lnSpc>
            </a:pPr>
            <a:r>
              <a:rPr lang="en-US" sz="3200" dirty="0">
                <a:solidFill>
                  <a:schemeClr val="bg1"/>
                </a:solidFill>
                <a:latin typeface="Arcade Gamer"/>
                <a:ea typeface="Arcade Gamer"/>
                <a:cs typeface="Arcade Gamer"/>
                <a:sym typeface="Arcade Gamer"/>
              </a:rPr>
              <a:t>ALGORITHM: GAME SETUP</a:t>
            </a:r>
          </a:p>
          <a:p>
            <a:pPr algn="ctr">
              <a:lnSpc>
                <a:spcPts val="5253"/>
              </a:lnSpc>
            </a:pPr>
            <a:endParaRPr lang="en-US" sz="3200" dirty="0">
              <a:solidFill>
                <a:schemeClr val="accent4">
                  <a:lumMod val="50000"/>
                </a:schemeClr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marL="0" lvl="0" indent="0" algn="ctr">
              <a:lnSpc>
                <a:spcPts val="5253"/>
              </a:lnSpc>
              <a:spcBef>
                <a:spcPct val="0"/>
              </a:spcBef>
            </a:pPr>
            <a:endParaRPr lang="en-US" sz="3200" dirty="0">
              <a:solidFill>
                <a:schemeClr val="accent4">
                  <a:lumMod val="50000"/>
                </a:schemeClr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074398" y="2756790"/>
            <a:ext cx="16325866" cy="5006754"/>
            <a:chOff x="0" y="0"/>
            <a:chExt cx="4299817" cy="13186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99817" cy="1318651"/>
            </a:xfrm>
            <a:custGeom>
              <a:avLst/>
              <a:gdLst/>
              <a:ahLst/>
              <a:cxnLst/>
              <a:rect l="l" t="t" r="r" b="b"/>
              <a:pathLst>
                <a:path w="4299817" h="1318651">
                  <a:moveTo>
                    <a:pt x="0" y="0"/>
                  </a:moveTo>
                  <a:lnTo>
                    <a:pt x="4299817" y="0"/>
                  </a:lnTo>
                  <a:lnTo>
                    <a:pt x="4299817" y="1318651"/>
                  </a:lnTo>
                  <a:lnTo>
                    <a:pt x="0" y="1318651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4299817" cy="1309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8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63642" y="3431801"/>
            <a:ext cx="16100786" cy="381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363" lvl="1">
              <a:lnSpc>
                <a:spcPts val="3142"/>
              </a:lnSpc>
            </a:pPr>
            <a:r>
              <a:rPr lang="en-US" sz="3051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CREATE SB[3][3][3][3] (9 SMALL BOARDS) AND BB[3][3] INITIALIZE PLAYERS, FLAGS, AND GAME VARIABLES.</a:t>
            </a:r>
          </a:p>
          <a:p>
            <a:pPr algn="ctr">
              <a:lnSpc>
                <a:spcPts val="2524"/>
              </a:lnSpc>
            </a:pPr>
            <a:endParaRPr lang="en-US" sz="3051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>
              <a:lnSpc>
                <a:spcPts val="3245"/>
              </a:lnSpc>
            </a:pPr>
            <a:r>
              <a:rPr lang="en-US" sz="3151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 WHILE WINDOW OPEN:</a:t>
            </a:r>
          </a:p>
          <a:p>
            <a:pPr>
              <a:lnSpc>
                <a:spcPts val="3245"/>
              </a:lnSpc>
            </a:pPr>
            <a:r>
              <a:rPr lang="en-US" sz="3151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   	HANDLE MENU / PLAYING / SWAP STATE</a:t>
            </a:r>
          </a:p>
          <a:p>
            <a:pPr>
              <a:lnSpc>
                <a:spcPts val="3245"/>
              </a:lnSpc>
            </a:pPr>
            <a:r>
              <a:rPr lang="en-US" sz="3151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   	PROCESS MOVE</a:t>
            </a:r>
          </a:p>
          <a:p>
            <a:pPr>
              <a:lnSpc>
                <a:spcPts val="3245"/>
              </a:lnSpc>
            </a:pPr>
            <a:r>
              <a:rPr lang="en-US" sz="3151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   	UPDATE BOARD &amp; CHECK WINNER</a:t>
            </a:r>
          </a:p>
          <a:p>
            <a:pPr>
              <a:lnSpc>
                <a:spcPts val="3245"/>
              </a:lnSpc>
            </a:pPr>
            <a:r>
              <a:rPr lang="en-US" sz="3151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   	DRAW EVERY frame</a:t>
            </a:r>
          </a:p>
          <a:p>
            <a:pPr algn="ctr">
              <a:lnSpc>
                <a:spcPts val="2524"/>
              </a:lnSpc>
            </a:pPr>
            <a:endParaRPr lang="en-US" sz="3151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algn="just">
              <a:lnSpc>
                <a:spcPts val="2524"/>
              </a:lnSpc>
            </a:pPr>
            <a:endParaRPr lang="en-US" sz="3151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796131" y="1267259"/>
            <a:ext cx="446726" cy="626783"/>
          </a:xfrm>
          <a:custGeom>
            <a:avLst/>
            <a:gdLst/>
            <a:ahLst/>
            <a:cxnLst/>
            <a:rect l="l" t="t" r="r" b="b"/>
            <a:pathLst>
              <a:path w="446726" h="626783">
                <a:moveTo>
                  <a:pt x="0" y="0"/>
                </a:moveTo>
                <a:lnTo>
                  <a:pt x="446726" y="0"/>
                </a:lnTo>
                <a:lnTo>
                  <a:pt x="446726" y="626784"/>
                </a:lnTo>
                <a:lnTo>
                  <a:pt x="0" y="626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38823" y="2138933"/>
            <a:ext cx="185263" cy="259935"/>
          </a:xfrm>
          <a:custGeom>
            <a:avLst/>
            <a:gdLst/>
            <a:ahLst/>
            <a:cxnLst/>
            <a:rect l="l" t="t" r="r" b="b"/>
            <a:pathLst>
              <a:path w="185263" h="259935">
                <a:moveTo>
                  <a:pt x="0" y="0"/>
                </a:moveTo>
                <a:lnTo>
                  <a:pt x="185262" y="0"/>
                </a:lnTo>
                <a:lnTo>
                  <a:pt x="185262" y="259935"/>
                </a:lnTo>
                <a:lnTo>
                  <a:pt x="0" y="25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431681" y="1254404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303139" y="2566939"/>
            <a:ext cx="380314" cy="533604"/>
          </a:xfrm>
          <a:custGeom>
            <a:avLst/>
            <a:gdLst/>
            <a:ahLst/>
            <a:cxnLst/>
            <a:rect l="l" t="t" r="r" b="b"/>
            <a:pathLst>
              <a:path w="380314" h="533604">
                <a:moveTo>
                  <a:pt x="0" y="0"/>
                </a:moveTo>
                <a:lnTo>
                  <a:pt x="380314" y="0"/>
                </a:lnTo>
                <a:lnTo>
                  <a:pt x="380314" y="533604"/>
                </a:lnTo>
                <a:lnTo>
                  <a:pt x="0" y="53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60784" y="2268900"/>
            <a:ext cx="4088828" cy="728555"/>
          </a:xfrm>
          <a:custGeom>
            <a:avLst/>
            <a:gdLst/>
            <a:ahLst/>
            <a:cxnLst/>
            <a:rect l="l" t="t" r="r" b="b"/>
            <a:pathLst>
              <a:path w="4088828" h="728555">
                <a:moveTo>
                  <a:pt x="0" y="0"/>
                </a:moveTo>
                <a:lnTo>
                  <a:pt x="4088828" y="0"/>
                </a:lnTo>
                <a:lnTo>
                  <a:pt x="4088828" y="728555"/>
                </a:lnTo>
                <a:lnTo>
                  <a:pt x="0" y="728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4828930" y="1480109"/>
            <a:ext cx="3709047" cy="660885"/>
          </a:xfrm>
          <a:custGeom>
            <a:avLst/>
            <a:gdLst/>
            <a:ahLst/>
            <a:cxnLst/>
            <a:rect l="l" t="t" r="r" b="b"/>
            <a:pathLst>
              <a:path w="3709047" h="660885">
                <a:moveTo>
                  <a:pt x="3709047" y="0"/>
                </a:moveTo>
                <a:lnTo>
                  <a:pt x="0" y="0"/>
                </a:lnTo>
                <a:lnTo>
                  <a:pt x="0" y="660884"/>
                </a:lnTo>
                <a:lnTo>
                  <a:pt x="3709047" y="660884"/>
                </a:lnTo>
                <a:lnTo>
                  <a:pt x="37090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711540" y="589294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0" y="0"/>
                </a:moveTo>
                <a:lnTo>
                  <a:pt x="1682677" y="0"/>
                </a:lnTo>
                <a:lnTo>
                  <a:pt x="1682677" y="3365355"/>
                </a:lnTo>
                <a:lnTo>
                  <a:pt x="0" y="33653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5893783" y="589294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1682677" y="0"/>
                </a:moveTo>
                <a:lnTo>
                  <a:pt x="0" y="0"/>
                </a:lnTo>
                <a:lnTo>
                  <a:pt x="0" y="3365355"/>
                </a:lnTo>
                <a:lnTo>
                  <a:pt x="1682677" y="3365355"/>
                </a:lnTo>
                <a:lnTo>
                  <a:pt x="16826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77065" y="907975"/>
            <a:ext cx="15933870" cy="1658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6"/>
              </a:lnSpc>
            </a:pPr>
            <a:r>
              <a:rPr lang="en-US" sz="5462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TURN LOGIC </a:t>
            </a:r>
          </a:p>
          <a:p>
            <a:pPr algn="ctr">
              <a:lnSpc>
                <a:spcPts val="3530"/>
              </a:lnSpc>
            </a:pPr>
            <a:r>
              <a:rPr lang="en-US" sz="3427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ALGORITHM: PLAYER TURN</a:t>
            </a:r>
          </a:p>
          <a:p>
            <a:pPr marL="0" lvl="0" indent="0" algn="ctr">
              <a:lnSpc>
                <a:spcPts val="3530"/>
              </a:lnSpc>
              <a:spcBef>
                <a:spcPct val="0"/>
              </a:spcBef>
            </a:pPr>
            <a:endParaRPr lang="en-US" sz="3427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000834" y="2566939"/>
            <a:ext cx="16286332" cy="5679245"/>
            <a:chOff x="0" y="0"/>
            <a:chExt cx="4289404" cy="14957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89404" cy="1495768"/>
            </a:xfrm>
            <a:custGeom>
              <a:avLst/>
              <a:gdLst/>
              <a:ahLst/>
              <a:cxnLst/>
              <a:rect l="l" t="t" r="r" b="b"/>
              <a:pathLst>
                <a:path w="4289404" h="1495768">
                  <a:moveTo>
                    <a:pt x="0" y="0"/>
                  </a:moveTo>
                  <a:lnTo>
                    <a:pt x="4289404" y="0"/>
                  </a:lnTo>
                  <a:lnTo>
                    <a:pt x="4289404" y="1495768"/>
                  </a:lnTo>
                  <a:lnTo>
                    <a:pt x="0" y="1495768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4289404" cy="1486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8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21531" y="3100543"/>
            <a:ext cx="14989465" cy="4262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8000" lvl="1" indent="-330416">
              <a:spcBef>
                <a:spcPts val="600"/>
              </a:spcBef>
              <a:buAutoNum type="arabicPeriod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ON MOUSE CLICK, DETERMINE SMALL BOARD AND CELL </a:t>
            </a:r>
            <a:r>
              <a:rPr lang="en-US" sz="2800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POSItIon</a:t>
            </a: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.</a:t>
            </a:r>
          </a:p>
          <a:p>
            <a:pPr marL="468000" lvl="1" indent="-330416">
              <a:spcBef>
                <a:spcPts val="600"/>
              </a:spcBef>
              <a:buAutoNum type="arabicPeriod"/>
            </a:pPr>
            <a:r>
              <a:rPr lang="en-US" sz="2800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ValIdate</a:t>
            </a: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move (</a:t>
            </a:r>
            <a:r>
              <a:rPr lang="en-US" sz="2800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freeMove</a:t>
            </a: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OR forced) IF cell IS empty.</a:t>
            </a:r>
          </a:p>
          <a:p>
            <a:pPr marL="468000" lvl="1" indent="-330416">
              <a:spcBef>
                <a:spcPts val="600"/>
              </a:spcBef>
              <a:buAutoNum type="arabicPeriod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Place mark and check small board </a:t>
            </a:r>
            <a:r>
              <a:rPr lang="en-US" sz="2800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wIn</a:t>
            </a: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/draw </a:t>
            </a: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update </a:t>
            </a:r>
            <a:r>
              <a:rPr lang="en-US" sz="2800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bIg</a:t>
            </a: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board.</a:t>
            </a:r>
          </a:p>
          <a:p>
            <a:pPr marL="468000" lvl="1" indent="-330416">
              <a:spcBef>
                <a:spcPts val="600"/>
              </a:spcBef>
              <a:buAutoNum type="arabicPeriod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Set next forced board; enable FREEMOVE IF board Is </a:t>
            </a:r>
            <a:r>
              <a:rPr lang="en-US" sz="2800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occupIed</a:t>
            </a:r>
            <a:endParaRPr lang="en-US" sz="28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marL="468000" lvl="1" indent="-330416">
              <a:spcBef>
                <a:spcPts val="600"/>
              </a:spcBef>
              <a:buAutoNum type="arabicPeriod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CHECK BIG BOARD FOR WIN (NORMAL or MISÈRE) OR DRAW.</a:t>
            </a:r>
          </a:p>
          <a:p>
            <a:pPr marL="468000" lvl="1" indent="-330416">
              <a:spcBef>
                <a:spcPts val="600"/>
              </a:spcBef>
              <a:buAutoNum type="arabicPeriod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IF GAME NOT OVER </a:t>
            </a: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SWITCH PLAYER.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796131" y="1267259"/>
            <a:ext cx="446726" cy="626783"/>
          </a:xfrm>
          <a:custGeom>
            <a:avLst/>
            <a:gdLst/>
            <a:ahLst/>
            <a:cxnLst/>
            <a:rect l="l" t="t" r="r" b="b"/>
            <a:pathLst>
              <a:path w="446726" h="626783">
                <a:moveTo>
                  <a:pt x="0" y="0"/>
                </a:moveTo>
                <a:lnTo>
                  <a:pt x="446726" y="0"/>
                </a:lnTo>
                <a:lnTo>
                  <a:pt x="446726" y="626784"/>
                </a:lnTo>
                <a:lnTo>
                  <a:pt x="0" y="626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38823" y="2138933"/>
            <a:ext cx="185263" cy="259935"/>
          </a:xfrm>
          <a:custGeom>
            <a:avLst/>
            <a:gdLst/>
            <a:ahLst/>
            <a:cxnLst/>
            <a:rect l="l" t="t" r="r" b="b"/>
            <a:pathLst>
              <a:path w="185263" h="259935">
                <a:moveTo>
                  <a:pt x="0" y="0"/>
                </a:moveTo>
                <a:lnTo>
                  <a:pt x="185262" y="0"/>
                </a:lnTo>
                <a:lnTo>
                  <a:pt x="185262" y="259935"/>
                </a:lnTo>
                <a:lnTo>
                  <a:pt x="0" y="25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431681" y="1254404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303139" y="2566939"/>
            <a:ext cx="380314" cy="533604"/>
          </a:xfrm>
          <a:custGeom>
            <a:avLst/>
            <a:gdLst/>
            <a:ahLst/>
            <a:cxnLst/>
            <a:rect l="l" t="t" r="r" b="b"/>
            <a:pathLst>
              <a:path w="380314" h="533604">
                <a:moveTo>
                  <a:pt x="0" y="0"/>
                </a:moveTo>
                <a:lnTo>
                  <a:pt x="380314" y="0"/>
                </a:lnTo>
                <a:lnTo>
                  <a:pt x="380314" y="533604"/>
                </a:lnTo>
                <a:lnTo>
                  <a:pt x="0" y="53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60784" y="2268900"/>
            <a:ext cx="4088828" cy="728555"/>
          </a:xfrm>
          <a:custGeom>
            <a:avLst/>
            <a:gdLst/>
            <a:ahLst/>
            <a:cxnLst/>
            <a:rect l="l" t="t" r="r" b="b"/>
            <a:pathLst>
              <a:path w="4088828" h="728555">
                <a:moveTo>
                  <a:pt x="0" y="0"/>
                </a:moveTo>
                <a:lnTo>
                  <a:pt x="4088828" y="0"/>
                </a:lnTo>
                <a:lnTo>
                  <a:pt x="4088828" y="728555"/>
                </a:lnTo>
                <a:lnTo>
                  <a:pt x="0" y="728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4828930" y="1480109"/>
            <a:ext cx="3709047" cy="660885"/>
          </a:xfrm>
          <a:custGeom>
            <a:avLst/>
            <a:gdLst/>
            <a:ahLst/>
            <a:cxnLst/>
            <a:rect l="l" t="t" r="r" b="b"/>
            <a:pathLst>
              <a:path w="3709047" h="660885">
                <a:moveTo>
                  <a:pt x="3709047" y="0"/>
                </a:moveTo>
                <a:lnTo>
                  <a:pt x="0" y="0"/>
                </a:lnTo>
                <a:lnTo>
                  <a:pt x="0" y="660884"/>
                </a:lnTo>
                <a:lnTo>
                  <a:pt x="3709047" y="660884"/>
                </a:lnTo>
                <a:lnTo>
                  <a:pt x="37090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711540" y="589294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0" y="0"/>
                </a:moveTo>
                <a:lnTo>
                  <a:pt x="1682677" y="0"/>
                </a:lnTo>
                <a:lnTo>
                  <a:pt x="1682677" y="3365355"/>
                </a:lnTo>
                <a:lnTo>
                  <a:pt x="0" y="33653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5893783" y="589294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1682677" y="0"/>
                </a:moveTo>
                <a:lnTo>
                  <a:pt x="0" y="0"/>
                </a:lnTo>
                <a:lnTo>
                  <a:pt x="0" y="3365355"/>
                </a:lnTo>
                <a:lnTo>
                  <a:pt x="1682677" y="3365355"/>
                </a:lnTo>
                <a:lnTo>
                  <a:pt x="16826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807475" y="1391344"/>
            <a:ext cx="14875978" cy="1537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3"/>
              </a:lnSpc>
            </a:pPr>
            <a:r>
              <a:rPr lang="en-US" sz="5100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SWAP LOGIC &amp; GAME STATES</a:t>
            </a:r>
          </a:p>
          <a:p>
            <a:pPr algn="ctr">
              <a:lnSpc>
                <a:spcPts val="3296"/>
              </a:lnSpc>
            </a:pPr>
            <a:r>
              <a:rPr lang="en-US" sz="32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ALGORITHM: SWAP SYSTEM</a:t>
            </a:r>
          </a:p>
          <a:p>
            <a:pPr marL="0" lvl="0" indent="0" algn="ctr">
              <a:lnSpc>
                <a:spcPts val="3296"/>
              </a:lnSpc>
              <a:spcBef>
                <a:spcPct val="0"/>
              </a:spcBef>
            </a:pPr>
            <a:endParaRPr lang="en-US" sz="32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000834" y="3034608"/>
            <a:ext cx="16286332" cy="4907918"/>
            <a:chOff x="0" y="0"/>
            <a:chExt cx="4289404" cy="12926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89404" cy="1292620"/>
            </a:xfrm>
            <a:custGeom>
              <a:avLst/>
              <a:gdLst/>
              <a:ahLst/>
              <a:cxnLst/>
              <a:rect l="l" t="t" r="r" b="b"/>
              <a:pathLst>
                <a:path w="4289404" h="1292620">
                  <a:moveTo>
                    <a:pt x="0" y="0"/>
                  </a:moveTo>
                  <a:lnTo>
                    <a:pt x="4289404" y="0"/>
                  </a:lnTo>
                  <a:lnTo>
                    <a:pt x="4289404" y="1292620"/>
                  </a:lnTo>
                  <a:lnTo>
                    <a:pt x="0" y="129262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4289404" cy="1283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285750" indent="-285750" algn="ctr">
                <a:lnSpc>
                  <a:spcPts val="2498"/>
                </a:lnSpc>
                <a:buFont typeface="Arial" panose="020B0604020202020204" pitchFamily="34" charset="0"/>
                <a:buChar char="•"/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38200" y="3301824"/>
            <a:ext cx="16286332" cy="4539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9595" lvl="1" indent="-344797" algn="l">
              <a:lnSpc>
                <a:spcPts val="328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If a player wins a small board and swap not used </a:t>
            </a: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enter SWAP state.</a:t>
            </a:r>
          </a:p>
          <a:p>
            <a:pPr marL="687698" lvl="1" indent="-342900" algn="l">
              <a:lnSpc>
                <a:spcPts val="328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marL="689595" lvl="1" indent="-344797" algn="l">
              <a:lnSpc>
                <a:spcPts val="3289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PLAyeR</a:t>
            </a: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SELECTS ANOTHER SMALL BOARD </a:t>
            </a: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SWAP BIG BOARD RESULTS AND SMALL BOARD CONTENTS.</a:t>
            </a:r>
          </a:p>
          <a:p>
            <a:pPr marL="687698" lvl="1" indent="-342900" algn="l">
              <a:lnSpc>
                <a:spcPts val="328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marL="689595" lvl="1" indent="-344797" algn="l">
              <a:lnSpc>
                <a:spcPts val="328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MARK SWAP AS USED AND SET FREEMOVE = TRUE.</a:t>
            </a:r>
          </a:p>
          <a:p>
            <a:pPr marL="687698" lvl="1" indent="-342900" algn="l">
              <a:lnSpc>
                <a:spcPts val="328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marL="689595" lvl="1" indent="-344797" algn="l">
              <a:lnSpc>
                <a:spcPts val="328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RETURN TO PLAYING STATE AND SWITCH PLAYER.</a:t>
            </a:r>
          </a:p>
          <a:p>
            <a:pPr marL="689595" lvl="1" indent="-344797" algn="l">
              <a:lnSpc>
                <a:spcPts val="328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IF GAMEOVER = TRUE </a:t>
            </a: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DISPLAY WINNER OR DRAW.</a:t>
            </a:r>
          </a:p>
          <a:p>
            <a:pPr marL="689595" lvl="1" indent="-344797" algn="l">
              <a:lnSpc>
                <a:spcPts val="328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PRESS R TO RESTART OR M TO RETURN TO MENU.</a:t>
            </a:r>
          </a:p>
          <a:p>
            <a:pPr marL="342900" indent="-342900" algn="l">
              <a:lnSpc>
                <a:spcPts val="2362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4227" y="2724275"/>
            <a:ext cx="192645" cy="270293"/>
          </a:xfrm>
          <a:custGeom>
            <a:avLst/>
            <a:gdLst/>
            <a:ahLst/>
            <a:cxnLst/>
            <a:rect l="l" t="t" r="r" b="b"/>
            <a:pathLst>
              <a:path w="192645" h="270293">
                <a:moveTo>
                  <a:pt x="0" y="0"/>
                </a:moveTo>
                <a:lnTo>
                  <a:pt x="192645" y="0"/>
                </a:lnTo>
                <a:lnTo>
                  <a:pt x="192645" y="270292"/>
                </a:lnTo>
                <a:lnTo>
                  <a:pt x="0" y="2702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55899" y="6241745"/>
            <a:ext cx="265501" cy="372515"/>
          </a:xfrm>
          <a:custGeom>
            <a:avLst/>
            <a:gdLst/>
            <a:ahLst/>
            <a:cxnLst/>
            <a:rect l="l" t="t" r="r" b="b"/>
            <a:pathLst>
              <a:path w="265501" h="372515">
                <a:moveTo>
                  <a:pt x="0" y="0"/>
                </a:moveTo>
                <a:lnTo>
                  <a:pt x="265501" y="0"/>
                </a:lnTo>
                <a:lnTo>
                  <a:pt x="265501" y="372515"/>
                </a:lnTo>
                <a:lnTo>
                  <a:pt x="0" y="37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457813" y="1972641"/>
            <a:ext cx="277894" cy="389903"/>
          </a:xfrm>
          <a:custGeom>
            <a:avLst/>
            <a:gdLst/>
            <a:ahLst/>
            <a:cxnLst/>
            <a:rect l="l" t="t" r="r" b="b"/>
            <a:pathLst>
              <a:path w="277894" h="389903">
                <a:moveTo>
                  <a:pt x="0" y="0"/>
                </a:moveTo>
                <a:lnTo>
                  <a:pt x="277894" y="0"/>
                </a:lnTo>
                <a:lnTo>
                  <a:pt x="277894" y="389903"/>
                </a:lnTo>
                <a:lnTo>
                  <a:pt x="0" y="38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290702" y="1045013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5" y="0"/>
                </a:lnTo>
                <a:lnTo>
                  <a:pt x="232525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271705" y="1216374"/>
            <a:ext cx="3317154" cy="591057"/>
          </a:xfrm>
          <a:custGeom>
            <a:avLst/>
            <a:gdLst/>
            <a:ahLst/>
            <a:cxnLst/>
            <a:rect l="l" t="t" r="r" b="b"/>
            <a:pathLst>
              <a:path w="3317154" h="591057">
                <a:moveTo>
                  <a:pt x="0" y="0"/>
                </a:moveTo>
                <a:lnTo>
                  <a:pt x="3317155" y="0"/>
                </a:lnTo>
                <a:lnTo>
                  <a:pt x="3317155" y="591056"/>
                </a:lnTo>
                <a:lnTo>
                  <a:pt x="0" y="591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4630003" y="1612095"/>
            <a:ext cx="4046942" cy="721091"/>
          </a:xfrm>
          <a:custGeom>
            <a:avLst/>
            <a:gdLst/>
            <a:ahLst/>
            <a:cxnLst/>
            <a:rect l="l" t="t" r="r" b="b"/>
            <a:pathLst>
              <a:path w="4046942" h="721091">
                <a:moveTo>
                  <a:pt x="4046942" y="0"/>
                </a:moveTo>
                <a:lnTo>
                  <a:pt x="0" y="0"/>
                </a:lnTo>
                <a:lnTo>
                  <a:pt x="0" y="721092"/>
                </a:lnTo>
                <a:lnTo>
                  <a:pt x="4046942" y="721092"/>
                </a:lnTo>
                <a:lnTo>
                  <a:pt x="40469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1386872" y="3486320"/>
            <a:ext cx="2797842" cy="498525"/>
          </a:xfrm>
          <a:custGeom>
            <a:avLst/>
            <a:gdLst/>
            <a:ahLst/>
            <a:cxnLst/>
            <a:rect l="l" t="t" r="r" b="b"/>
            <a:pathLst>
              <a:path w="2797842" h="498525">
                <a:moveTo>
                  <a:pt x="2797842" y="0"/>
                </a:moveTo>
                <a:lnTo>
                  <a:pt x="0" y="0"/>
                </a:lnTo>
                <a:lnTo>
                  <a:pt x="0" y="498525"/>
                </a:lnTo>
                <a:lnTo>
                  <a:pt x="2797842" y="498525"/>
                </a:lnTo>
                <a:lnTo>
                  <a:pt x="27978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1647170" y="6136010"/>
            <a:ext cx="7421198" cy="2455742"/>
          </a:xfrm>
          <a:custGeom>
            <a:avLst/>
            <a:gdLst/>
            <a:ahLst/>
            <a:cxnLst/>
            <a:rect l="l" t="t" r="r" b="b"/>
            <a:pathLst>
              <a:path w="7421198" h="2455742">
                <a:moveTo>
                  <a:pt x="7421198" y="0"/>
                </a:moveTo>
                <a:lnTo>
                  <a:pt x="0" y="0"/>
                </a:lnTo>
                <a:lnTo>
                  <a:pt x="0" y="2455742"/>
                </a:lnTo>
                <a:lnTo>
                  <a:pt x="7421198" y="2455742"/>
                </a:lnTo>
                <a:lnTo>
                  <a:pt x="742119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flipH="1">
            <a:off x="-846895" y="6241745"/>
            <a:ext cx="7101669" cy="2350007"/>
          </a:xfrm>
          <a:custGeom>
            <a:avLst/>
            <a:gdLst/>
            <a:ahLst/>
            <a:cxnLst/>
            <a:rect l="l" t="t" r="r" b="b"/>
            <a:pathLst>
              <a:path w="7101669" h="2350007">
                <a:moveTo>
                  <a:pt x="7101669" y="0"/>
                </a:moveTo>
                <a:lnTo>
                  <a:pt x="0" y="0"/>
                </a:lnTo>
                <a:lnTo>
                  <a:pt x="0" y="2350007"/>
                </a:lnTo>
                <a:lnTo>
                  <a:pt x="7101669" y="2350007"/>
                </a:lnTo>
                <a:lnTo>
                  <a:pt x="710166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769433" y="4524547"/>
            <a:ext cx="2521269" cy="449244"/>
          </a:xfrm>
          <a:custGeom>
            <a:avLst/>
            <a:gdLst/>
            <a:ahLst/>
            <a:cxnLst/>
            <a:rect l="l" t="t" r="r" b="b"/>
            <a:pathLst>
              <a:path w="2521269" h="449244">
                <a:moveTo>
                  <a:pt x="0" y="0"/>
                </a:moveTo>
                <a:lnTo>
                  <a:pt x="2521269" y="0"/>
                </a:lnTo>
                <a:lnTo>
                  <a:pt x="2521269" y="449244"/>
                </a:lnTo>
                <a:lnTo>
                  <a:pt x="0" y="4492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949127" y="4764831"/>
            <a:ext cx="192645" cy="270293"/>
          </a:xfrm>
          <a:custGeom>
            <a:avLst/>
            <a:gdLst/>
            <a:ahLst/>
            <a:cxnLst/>
            <a:rect l="l" t="t" r="r" b="b"/>
            <a:pathLst>
              <a:path w="192645" h="270293">
                <a:moveTo>
                  <a:pt x="0" y="0"/>
                </a:moveTo>
                <a:lnTo>
                  <a:pt x="192645" y="0"/>
                </a:lnTo>
                <a:lnTo>
                  <a:pt x="192645" y="270292"/>
                </a:lnTo>
                <a:lnTo>
                  <a:pt x="0" y="2702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933745" y="3171948"/>
            <a:ext cx="192645" cy="270293"/>
          </a:xfrm>
          <a:custGeom>
            <a:avLst/>
            <a:gdLst/>
            <a:ahLst/>
            <a:cxnLst/>
            <a:rect l="l" t="t" r="r" b="b"/>
            <a:pathLst>
              <a:path w="192645" h="270293">
                <a:moveTo>
                  <a:pt x="0" y="0"/>
                </a:moveTo>
                <a:lnTo>
                  <a:pt x="192645" y="0"/>
                </a:lnTo>
                <a:lnTo>
                  <a:pt x="192645" y="270293"/>
                </a:lnTo>
                <a:lnTo>
                  <a:pt x="0" y="2702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767963" y="3984845"/>
            <a:ext cx="192645" cy="270293"/>
          </a:xfrm>
          <a:custGeom>
            <a:avLst/>
            <a:gdLst/>
            <a:ahLst/>
            <a:cxnLst/>
            <a:rect l="l" t="t" r="r" b="b"/>
            <a:pathLst>
              <a:path w="192645" h="270293">
                <a:moveTo>
                  <a:pt x="0" y="0"/>
                </a:moveTo>
                <a:lnTo>
                  <a:pt x="192645" y="0"/>
                </a:lnTo>
                <a:lnTo>
                  <a:pt x="192645" y="270293"/>
                </a:lnTo>
                <a:lnTo>
                  <a:pt x="0" y="2702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978426" y="2591001"/>
            <a:ext cx="16318974" cy="5308618"/>
            <a:chOff x="0" y="0"/>
            <a:chExt cx="4426547" cy="17243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26548" cy="1724344"/>
            </a:xfrm>
            <a:custGeom>
              <a:avLst/>
              <a:gdLst/>
              <a:ahLst/>
              <a:cxnLst/>
              <a:rect l="l" t="t" r="r" b="b"/>
              <a:pathLst>
                <a:path w="4426548" h="1724344">
                  <a:moveTo>
                    <a:pt x="0" y="0"/>
                  </a:moveTo>
                  <a:lnTo>
                    <a:pt x="4426548" y="0"/>
                  </a:lnTo>
                  <a:lnTo>
                    <a:pt x="4426548" y="1724344"/>
                  </a:lnTo>
                  <a:lnTo>
                    <a:pt x="0" y="1724344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4426547" cy="1714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8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86873" y="2797759"/>
            <a:ext cx="15702219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93"/>
              </a:lnSpc>
              <a:spcBef>
                <a:spcPct val="0"/>
              </a:spcBef>
            </a:pPr>
            <a:endParaRPr sz="1600" dirty="0"/>
          </a:p>
          <a:p>
            <a:pPr>
              <a:lnSpc>
                <a:spcPts val="3193"/>
              </a:lnSpc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MISÈRE TIC TAC TOE IS A VARIATION OF THE CLASSIC GAME WHERE THE RULES ARE THE SAME AS NORMAL TIC TAC TOE.</a:t>
            </a:r>
          </a:p>
          <a:p>
            <a:pPr>
              <a:lnSpc>
                <a:spcPts val="3193"/>
              </a:lnSpc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BUT THE OBJECTIVE IS REVERSED.</a:t>
            </a:r>
          </a:p>
          <a:p>
            <a:pPr>
              <a:lnSpc>
                <a:spcPts val="3193"/>
              </a:lnSpc>
            </a:pPr>
            <a:endParaRPr lang="en-US" sz="28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>
              <a:lnSpc>
                <a:spcPts val="3193"/>
              </a:lnSpc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HOW IT WORKS:</a:t>
            </a:r>
          </a:p>
          <a:p>
            <a:pPr marL="791874" lvl="1" indent="-457200">
              <a:lnSpc>
                <a:spcPts val="31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PLAYERS TAKE TURNS NORMALLY.</a:t>
            </a:r>
          </a:p>
          <a:p>
            <a:pPr marL="791874" lvl="1" indent="-457200">
              <a:lnSpc>
                <a:spcPts val="31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AFTER EACH MOVE, THE PROGRAM CHECKS FOR 3 IN A ROW.</a:t>
            </a:r>
          </a:p>
          <a:p>
            <a:pPr marL="791874" lvl="1" indent="-457200">
              <a:lnSpc>
                <a:spcPts val="31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IF A PLAYER CREATES THREE SYMBOLS IN A ROW:</a:t>
            </a:r>
          </a:p>
          <a:p>
            <a:pPr marL="1349665" lvl="2" indent="-457200">
              <a:lnSpc>
                <a:spcPts val="31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THAT PLAYER LOSES.</a:t>
            </a:r>
          </a:p>
          <a:p>
            <a:pPr marL="1349665" lvl="2" indent="-457200">
              <a:lnSpc>
                <a:spcPts val="31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Opponent Is declared </a:t>
            </a:r>
            <a:r>
              <a:rPr lang="en-US" sz="2800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wInner</a:t>
            </a: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.</a:t>
            </a:r>
          </a:p>
          <a:p>
            <a:pPr>
              <a:lnSpc>
                <a:spcPts val="3193"/>
              </a:lnSpc>
            </a:pPr>
            <a:endParaRPr lang="en-US" sz="28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28549" y="750975"/>
            <a:ext cx="16318974" cy="192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3"/>
              </a:lnSpc>
            </a:pPr>
            <a:r>
              <a:rPr lang="en-US" sz="5400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MISÈRE MODE </a:t>
            </a:r>
          </a:p>
          <a:p>
            <a:pPr algn="ctr">
              <a:lnSpc>
                <a:spcPts val="5253"/>
              </a:lnSpc>
            </a:pPr>
            <a:r>
              <a:rPr lang="en-US" sz="43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WHAT IS MISÈRE MODE?</a:t>
            </a:r>
          </a:p>
          <a:p>
            <a:pPr marL="0" lvl="0" indent="0" algn="ctr">
              <a:lnSpc>
                <a:spcPts val="4429"/>
              </a:lnSpc>
              <a:spcBef>
                <a:spcPct val="0"/>
              </a:spcBef>
            </a:pPr>
            <a:endParaRPr lang="en-US" sz="43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7FFB428-991D-C1CC-4214-09CDA7BD595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273"/>
          <a:stretch>
            <a:fillRect/>
          </a:stretch>
        </p:blipFill>
        <p:spPr>
          <a:xfrm>
            <a:off x="5574458" y="320597"/>
            <a:ext cx="7567440" cy="8166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480898" y="1424701"/>
            <a:ext cx="296221" cy="415616"/>
          </a:xfrm>
          <a:custGeom>
            <a:avLst/>
            <a:gdLst/>
            <a:ahLst/>
            <a:cxnLst/>
            <a:rect l="l" t="t" r="r" b="b"/>
            <a:pathLst>
              <a:path w="296221" h="415616">
                <a:moveTo>
                  <a:pt x="0" y="0"/>
                </a:moveTo>
                <a:lnTo>
                  <a:pt x="296220" y="0"/>
                </a:lnTo>
                <a:lnTo>
                  <a:pt x="296220" y="415616"/>
                </a:lnTo>
                <a:lnTo>
                  <a:pt x="0" y="415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958711" y="1940081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70912" y="3237600"/>
            <a:ext cx="380314" cy="533604"/>
          </a:xfrm>
          <a:custGeom>
            <a:avLst/>
            <a:gdLst/>
            <a:ahLst/>
            <a:cxnLst/>
            <a:rect l="l" t="t" r="r" b="b"/>
            <a:pathLst>
              <a:path w="380314" h="533604">
                <a:moveTo>
                  <a:pt x="0" y="0"/>
                </a:moveTo>
                <a:lnTo>
                  <a:pt x="380314" y="0"/>
                </a:lnTo>
                <a:lnTo>
                  <a:pt x="380314" y="533603"/>
                </a:lnTo>
                <a:lnTo>
                  <a:pt x="0" y="533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30186" y="2812550"/>
            <a:ext cx="3232575" cy="575986"/>
          </a:xfrm>
          <a:custGeom>
            <a:avLst/>
            <a:gdLst/>
            <a:ahLst/>
            <a:cxnLst/>
            <a:rect l="l" t="t" r="r" b="b"/>
            <a:pathLst>
              <a:path w="3232575" h="575986">
                <a:moveTo>
                  <a:pt x="0" y="0"/>
                </a:moveTo>
                <a:lnTo>
                  <a:pt x="3232575" y="0"/>
                </a:lnTo>
                <a:lnTo>
                  <a:pt x="3232575" y="575986"/>
                </a:lnTo>
                <a:lnTo>
                  <a:pt x="0" y="575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2" y="0"/>
                </a:lnTo>
                <a:lnTo>
                  <a:pt x="4696162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519306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2" y="0"/>
                </a:lnTo>
                <a:lnTo>
                  <a:pt x="4696162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908235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2" y="0"/>
                </a:lnTo>
                <a:lnTo>
                  <a:pt x="4696162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166311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2" y="0"/>
                </a:lnTo>
                <a:lnTo>
                  <a:pt x="4696162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687587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1" y="0"/>
                </a:lnTo>
                <a:lnTo>
                  <a:pt x="4696161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389225" y="4028307"/>
            <a:ext cx="280738" cy="393892"/>
          </a:xfrm>
          <a:custGeom>
            <a:avLst/>
            <a:gdLst/>
            <a:ahLst/>
            <a:cxnLst/>
            <a:rect l="l" t="t" r="r" b="b"/>
            <a:pathLst>
              <a:path w="280738" h="393892">
                <a:moveTo>
                  <a:pt x="0" y="0"/>
                </a:moveTo>
                <a:lnTo>
                  <a:pt x="280737" y="0"/>
                </a:lnTo>
                <a:lnTo>
                  <a:pt x="280737" y="393892"/>
                </a:lnTo>
                <a:lnTo>
                  <a:pt x="0" y="393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flipH="1">
            <a:off x="14431681" y="1850313"/>
            <a:ext cx="3950949" cy="703987"/>
          </a:xfrm>
          <a:custGeom>
            <a:avLst/>
            <a:gdLst/>
            <a:ahLst/>
            <a:cxnLst/>
            <a:rect l="l" t="t" r="r" b="b"/>
            <a:pathLst>
              <a:path w="3950949" h="703987">
                <a:moveTo>
                  <a:pt x="3950949" y="0"/>
                </a:moveTo>
                <a:lnTo>
                  <a:pt x="0" y="0"/>
                </a:lnTo>
                <a:lnTo>
                  <a:pt x="0" y="703987"/>
                </a:lnTo>
                <a:lnTo>
                  <a:pt x="3950949" y="703987"/>
                </a:lnTo>
                <a:lnTo>
                  <a:pt x="39509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595237" y="1161813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5" y="0"/>
                </a:lnTo>
                <a:lnTo>
                  <a:pt x="232525" y="326246"/>
                </a:lnTo>
                <a:lnTo>
                  <a:pt x="0" y="326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000834" y="2202306"/>
            <a:ext cx="16286332" cy="6263442"/>
            <a:chOff x="0" y="0"/>
            <a:chExt cx="4289404" cy="16496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89404" cy="1649631"/>
            </a:xfrm>
            <a:custGeom>
              <a:avLst/>
              <a:gdLst/>
              <a:ahLst/>
              <a:cxnLst/>
              <a:rect l="l" t="t" r="r" b="b"/>
              <a:pathLst>
                <a:path w="4289404" h="1649631">
                  <a:moveTo>
                    <a:pt x="0" y="0"/>
                  </a:moveTo>
                  <a:lnTo>
                    <a:pt x="4289404" y="0"/>
                  </a:lnTo>
                  <a:lnTo>
                    <a:pt x="4289404" y="1649631"/>
                  </a:lnTo>
                  <a:lnTo>
                    <a:pt x="0" y="1649631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4289404" cy="1640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8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-1675227" y="6800415"/>
            <a:ext cx="3452345" cy="615145"/>
          </a:xfrm>
          <a:custGeom>
            <a:avLst/>
            <a:gdLst/>
            <a:ahLst/>
            <a:cxnLst/>
            <a:rect l="l" t="t" r="r" b="b"/>
            <a:pathLst>
              <a:path w="3452345" h="615145">
                <a:moveTo>
                  <a:pt x="0" y="0"/>
                </a:moveTo>
                <a:lnTo>
                  <a:pt x="3452345" y="0"/>
                </a:lnTo>
                <a:lnTo>
                  <a:pt x="3452345" y="615145"/>
                </a:lnTo>
                <a:lnTo>
                  <a:pt x="0" y="6151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859584" y="3861476"/>
            <a:ext cx="4193103" cy="4405021"/>
          </a:xfrm>
          <a:custGeom>
            <a:avLst/>
            <a:gdLst/>
            <a:ahLst/>
            <a:cxnLst/>
            <a:rect l="l" t="t" r="r" b="b"/>
            <a:pathLst>
              <a:path w="3564281" h="3949287">
                <a:moveTo>
                  <a:pt x="0" y="0"/>
                </a:moveTo>
                <a:lnTo>
                  <a:pt x="3564281" y="0"/>
                </a:lnTo>
                <a:lnTo>
                  <a:pt x="3564281" y="3949287"/>
                </a:lnTo>
                <a:lnTo>
                  <a:pt x="0" y="39492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506084" y="3861476"/>
            <a:ext cx="3990840" cy="4313064"/>
          </a:xfrm>
          <a:custGeom>
            <a:avLst/>
            <a:gdLst/>
            <a:ahLst/>
            <a:cxnLst/>
            <a:rect l="l" t="t" r="r" b="b"/>
            <a:pathLst>
              <a:path w="3356520" h="3829365">
                <a:moveTo>
                  <a:pt x="0" y="0"/>
                </a:moveTo>
                <a:lnTo>
                  <a:pt x="3356520" y="0"/>
                </a:lnTo>
                <a:lnTo>
                  <a:pt x="3356520" y="3829365"/>
                </a:lnTo>
                <a:lnTo>
                  <a:pt x="0" y="382936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616" r="-1616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620946" y="838335"/>
            <a:ext cx="1487597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85"/>
              </a:lnSpc>
              <a:spcBef>
                <a:spcPct val="0"/>
              </a:spcBef>
            </a:pPr>
            <a:r>
              <a:rPr lang="en-US" sz="6000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OUTPUT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84855" y="2590465"/>
            <a:ext cx="12661226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THE PROGRAM FIRST DISPLAYS AN EMPTY 3×3 BOARD.</a:t>
            </a:r>
          </a:p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AFTER EACH MOVE, THE UPDATED BOARD IS SHOWN.</a:t>
            </a:r>
          </a:p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AT THE END, THE PROGRAM DISPLAYS:</a:t>
            </a:r>
          </a:p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"PLAYER X WINS"</a:t>
            </a:r>
          </a:p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OR "PLAYER O WINS"</a:t>
            </a:r>
          </a:p>
          <a:p>
            <a:pPr algn="ctr">
              <a:lnSpc>
                <a:spcPts val="296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OR "DRAW"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796131" y="1267259"/>
            <a:ext cx="446726" cy="626783"/>
          </a:xfrm>
          <a:custGeom>
            <a:avLst/>
            <a:gdLst/>
            <a:ahLst/>
            <a:cxnLst/>
            <a:rect l="l" t="t" r="r" b="b"/>
            <a:pathLst>
              <a:path w="446726" h="626783">
                <a:moveTo>
                  <a:pt x="0" y="0"/>
                </a:moveTo>
                <a:lnTo>
                  <a:pt x="446726" y="0"/>
                </a:lnTo>
                <a:lnTo>
                  <a:pt x="446726" y="626784"/>
                </a:lnTo>
                <a:lnTo>
                  <a:pt x="0" y="626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38823" y="2138933"/>
            <a:ext cx="185263" cy="259935"/>
          </a:xfrm>
          <a:custGeom>
            <a:avLst/>
            <a:gdLst/>
            <a:ahLst/>
            <a:cxnLst/>
            <a:rect l="l" t="t" r="r" b="b"/>
            <a:pathLst>
              <a:path w="185263" h="259935">
                <a:moveTo>
                  <a:pt x="0" y="0"/>
                </a:moveTo>
                <a:lnTo>
                  <a:pt x="185262" y="0"/>
                </a:lnTo>
                <a:lnTo>
                  <a:pt x="185262" y="259935"/>
                </a:lnTo>
                <a:lnTo>
                  <a:pt x="0" y="25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431681" y="1254404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303139" y="2566939"/>
            <a:ext cx="380314" cy="533604"/>
          </a:xfrm>
          <a:custGeom>
            <a:avLst/>
            <a:gdLst/>
            <a:ahLst/>
            <a:cxnLst/>
            <a:rect l="l" t="t" r="r" b="b"/>
            <a:pathLst>
              <a:path w="380314" h="533604">
                <a:moveTo>
                  <a:pt x="0" y="0"/>
                </a:moveTo>
                <a:lnTo>
                  <a:pt x="380314" y="0"/>
                </a:lnTo>
                <a:lnTo>
                  <a:pt x="380314" y="533604"/>
                </a:lnTo>
                <a:lnTo>
                  <a:pt x="0" y="53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60784" y="2268900"/>
            <a:ext cx="4088828" cy="728555"/>
          </a:xfrm>
          <a:custGeom>
            <a:avLst/>
            <a:gdLst/>
            <a:ahLst/>
            <a:cxnLst/>
            <a:rect l="l" t="t" r="r" b="b"/>
            <a:pathLst>
              <a:path w="4088828" h="728555">
                <a:moveTo>
                  <a:pt x="0" y="0"/>
                </a:moveTo>
                <a:lnTo>
                  <a:pt x="4088828" y="0"/>
                </a:lnTo>
                <a:lnTo>
                  <a:pt x="4088828" y="728555"/>
                </a:lnTo>
                <a:lnTo>
                  <a:pt x="0" y="728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4828930" y="1480109"/>
            <a:ext cx="3709047" cy="660885"/>
          </a:xfrm>
          <a:custGeom>
            <a:avLst/>
            <a:gdLst/>
            <a:ahLst/>
            <a:cxnLst/>
            <a:rect l="l" t="t" r="r" b="b"/>
            <a:pathLst>
              <a:path w="3709047" h="660885">
                <a:moveTo>
                  <a:pt x="3709047" y="0"/>
                </a:moveTo>
                <a:lnTo>
                  <a:pt x="0" y="0"/>
                </a:lnTo>
                <a:lnTo>
                  <a:pt x="0" y="660884"/>
                </a:lnTo>
                <a:lnTo>
                  <a:pt x="3709047" y="660884"/>
                </a:lnTo>
                <a:lnTo>
                  <a:pt x="37090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711540" y="589294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0" y="0"/>
                </a:moveTo>
                <a:lnTo>
                  <a:pt x="1682677" y="0"/>
                </a:lnTo>
                <a:lnTo>
                  <a:pt x="1682677" y="3365355"/>
                </a:lnTo>
                <a:lnTo>
                  <a:pt x="0" y="33653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5893783" y="589294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1682677" y="0"/>
                </a:moveTo>
                <a:lnTo>
                  <a:pt x="0" y="0"/>
                </a:lnTo>
                <a:lnTo>
                  <a:pt x="0" y="3365355"/>
                </a:lnTo>
                <a:lnTo>
                  <a:pt x="1682677" y="3365355"/>
                </a:lnTo>
                <a:lnTo>
                  <a:pt x="16826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859144" y="1400174"/>
            <a:ext cx="14875978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53"/>
              </a:lnSpc>
              <a:spcBef>
                <a:spcPct val="0"/>
              </a:spcBef>
            </a:pPr>
            <a:r>
              <a:rPr lang="en-US" sz="5100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TOOLS AND CONCEPT USED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11702" y="2540722"/>
            <a:ext cx="15464596" cy="5829478"/>
            <a:chOff x="0" y="0"/>
            <a:chExt cx="4072980" cy="153533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72980" cy="1535336"/>
            </a:xfrm>
            <a:custGeom>
              <a:avLst/>
              <a:gdLst/>
              <a:ahLst/>
              <a:cxnLst/>
              <a:rect l="l" t="t" r="r" b="b"/>
              <a:pathLst>
                <a:path w="4072980" h="1535336">
                  <a:moveTo>
                    <a:pt x="0" y="0"/>
                  </a:moveTo>
                  <a:lnTo>
                    <a:pt x="4072980" y="0"/>
                  </a:lnTo>
                  <a:lnTo>
                    <a:pt x="4072980" y="1535336"/>
                  </a:lnTo>
                  <a:lnTo>
                    <a:pt x="0" y="1535336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4072980" cy="1525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8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53613" y="3321876"/>
            <a:ext cx="14865083" cy="4342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6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TOOLS USED:</a:t>
            </a:r>
          </a:p>
          <a:p>
            <a:pPr marL="457200" indent="-457200" algn="ctr">
              <a:lnSpc>
                <a:spcPts val="3146"/>
              </a:lnSpc>
              <a:buFont typeface="Arial" panose="020B0604020202020204" pitchFamily="34" charset="0"/>
              <a:buChar char="•"/>
            </a:pPr>
            <a:r>
              <a:rPr lang="en-US" sz="3054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PROGRAMMING LANGUAGE</a:t>
            </a:r>
          </a:p>
          <a:p>
            <a:pPr marL="457200" indent="-457200" algn="ctr">
              <a:lnSpc>
                <a:spcPts val="3146"/>
              </a:lnSpc>
              <a:buFont typeface="Arial" panose="020B0604020202020204" pitchFamily="34" charset="0"/>
              <a:buChar char="•"/>
            </a:pPr>
            <a:r>
              <a:rPr lang="en-US" sz="3054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GCC / VS CODE COMPILER</a:t>
            </a:r>
          </a:p>
          <a:p>
            <a:pPr marL="457200" indent="-457200" algn="ctr">
              <a:lnSpc>
                <a:spcPts val="3146"/>
              </a:lnSpc>
              <a:buFont typeface="Arial" panose="020B0604020202020204" pitchFamily="34" charset="0"/>
              <a:buChar char="•"/>
            </a:pPr>
            <a:r>
              <a:rPr lang="en-US" sz="3054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WINDOWS OPERATING SYSTEM</a:t>
            </a:r>
          </a:p>
          <a:p>
            <a:pPr algn="ctr">
              <a:lnSpc>
                <a:spcPts val="3146"/>
              </a:lnSpc>
            </a:pPr>
            <a:endParaRPr lang="en-US" sz="3054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algn="ctr">
              <a:lnSpc>
                <a:spcPts val="3146"/>
              </a:lnSpc>
            </a:pPr>
            <a:r>
              <a:rPr lang="en-US" sz="32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CONCEPTS USED:</a:t>
            </a:r>
          </a:p>
          <a:p>
            <a:pPr marL="457200" indent="-457200" algn="ctr">
              <a:lnSpc>
                <a:spcPts val="3146"/>
              </a:lnSpc>
              <a:buFont typeface="Arial" panose="020B0604020202020204" pitchFamily="34" charset="0"/>
              <a:buChar char="•"/>
            </a:pPr>
            <a:r>
              <a:rPr lang="en-US" sz="3054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2D ARRAYS (TO REPRESENT THE GAME BOARD)</a:t>
            </a:r>
          </a:p>
          <a:p>
            <a:pPr marL="457200" indent="-457200" algn="ctr">
              <a:lnSpc>
                <a:spcPts val="3146"/>
              </a:lnSpc>
              <a:buFont typeface="Arial" panose="020B0604020202020204" pitchFamily="34" charset="0"/>
              <a:buChar char="•"/>
            </a:pPr>
            <a:r>
              <a:rPr lang="en-US" sz="3054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FUNCTIONS (TO ORGANIZE CODE)</a:t>
            </a:r>
          </a:p>
          <a:p>
            <a:pPr marL="457200" indent="-457200" algn="ctr">
              <a:lnSpc>
                <a:spcPts val="3146"/>
              </a:lnSpc>
              <a:buFont typeface="Arial" panose="020B0604020202020204" pitchFamily="34" charset="0"/>
              <a:buChar char="•"/>
            </a:pPr>
            <a:r>
              <a:rPr lang="en-US" sz="3054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LOOPS (FOR REPEATED EXECUTION)</a:t>
            </a:r>
          </a:p>
          <a:p>
            <a:pPr marL="457200" indent="-457200" algn="ctr">
              <a:lnSpc>
                <a:spcPts val="3146"/>
              </a:lnSpc>
              <a:buFont typeface="Arial" panose="020B0604020202020204" pitchFamily="34" charset="0"/>
              <a:buChar char="•"/>
            </a:pPr>
            <a:r>
              <a:rPr lang="en-US" sz="3054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IF-ELSE CONDITIONS (TO CHECK WINNING CONDITIONS)</a:t>
            </a:r>
          </a:p>
          <a:p>
            <a:pPr algn="l">
              <a:lnSpc>
                <a:spcPts val="3146"/>
              </a:lnSpc>
            </a:pPr>
            <a:endParaRPr lang="en-US" sz="3054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7E2F6-3C38-F6A4-1458-F6223A95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198CA384-B2A3-DA54-F427-A5DCF36AD301}"/>
              </a:ext>
            </a:extLst>
          </p:cNvPr>
          <p:cNvSpPr/>
          <p:nvPr/>
        </p:nvSpPr>
        <p:spPr>
          <a:xfrm>
            <a:off x="1796131" y="1267259"/>
            <a:ext cx="446726" cy="626783"/>
          </a:xfrm>
          <a:custGeom>
            <a:avLst/>
            <a:gdLst/>
            <a:ahLst/>
            <a:cxnLst/>
            <a:rect l="l" t="t" r="r" b="b"/>
            <a:pathLst>
              <a:path w="446726" h="626783">
                <a:moveTo>
                  <a:pt x="0" y="0"/>
                </a:moveTo>
                <a:lnTo>
                  <a:pt x="446726" y="0"/>
                </a:lnTo>
                <a:lnTo>
                  <a:pt x="446726" y="626784"/>
                </a:lnTo>
                <a:lnTo>
                  <a:pt x="0" y="626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8A58125-9D57-72C7-44B3-CC83CB501C16}"/>
              </a:ext>
            </a:extLst>
          </p:cNvPr>
          <p:cNvSpPr/>
          <p:nvPr/>
        </p:nvSpPr>
        <p:spPr>
          <a:xfrm>
            <a:off x="4238823" y="2138933"/>
            <a:ext cx="185263" cy="259935"/>
          </a:xfrm>
          <a:custGeom>
            <a:avLst/>
            <a:gdLst/>
            <a:ahLst/>
            <a:cxnLst/>
            <a:rect l="l" t="t" r="r" b="b"/>
            <a:pathLst>
              <a:path w="185263" h="259935">
                <a:moveTo>
                  <a:pt x="0" y="0"/>
                </a:moveTo>
                <a:lnTo>
                  <a:pt x="185262" y="0"/>
                </a:lnTo>
                <a:lnTo>
                  <a:pt x="185262" y="259935"/>
                </a:lnTo>
                <a:lnTo>
                  <a:pt x="0" y="25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3CB9BCF-F600-A7D7-38FF-C902902C278C}"/>
              </a:ext>
            </a:extLst>
          </p:cNvPr>
          <p:cNvSpPr/>
          <p:nvPr/>
        </p:nvSpPr>
        <p:spPr>
          <a:xfrm>
            <a:off x="14431681" y="1254404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A5FE9CF-E390-92C2-056C-3C0234F96F4F}"/>
              </a:ext>
            </a:extLst>
          </p:cNvPr>
          <p:cNvSpPr/>
          <p:nvPr/>
        </p:nvSpPr>
        <p:spPr>
          <a:xfrm>
            <a:off x="16303139" y="2566939"/>
            <a:ext cx="380314" cy="533604"/>
          </a:xfrm>
          <a:custGeom>
            <a:avLst/>
            <a:gdLst/>
            <a:ahLst/>
            <a:cxnLst/>
            <a:rect l="l" t="t" r="r" b="b"/>
            <a:pathLst>
              <a:path w="380314" h="533604">
                <a:moveTo>
                  <a:pt x="0" y="0"/>
                </a:moveTo>
                <a:lnTo>
                  <a:pt x="380314" y="0"/>
                </a:lnTo>
                <a:lnTo>
                  <a:pt x="380314" y="533604"/>
                </a:lnTo>
                <a:lnTo>
                  <a:pt x="0" y="53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82D243D-3EDE-CC9B-E09D-E60B58AB0A33}"/>
              </a:ext>
            </a:extLst>
          </p:cNvPr>
          <p:cNvSpPr/>
          <p:nvPr/>
        </p:nvSpPr>
        <p:spPr>
          <a:xfrm>
            <a:off x="-260784" y="2268900"/>
            <a:ext cx="4088828" cy="728555"/>
          </a:xfrm>
          <a:custGeom>
            <a:avLst/>
            <a:gdLst/>
            <a:ahLst/>
            <a:cxnLst/>
            <a:rect l="l" t="t" r="r" b="b"/>
            <a:pathLst>
              <a:path w="4088828" h="728555">
                <a:moveTo>
                  <a:pt x="0" y="0"/>
                </a:moveTo>
                <a:lnTo>
                  <a:pt x="4088828" y="0"/>
                </a:lnTo>
                <a:lnTo>
                  <a:pt x="4088828" y="728555"/>
                </a:lnTo>
                <a:lnTo>
                  <a:pt x="0" y="728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D418E3A-9FCD-ADA9-0F95-8E9176ECB58F}"/>
              </a:ext>
            </a:extLst>
          </p:cNvPr>
          <p:cNvSpPr/>
          <p:nvPr/>
        </p:nvSpPr>
        <p:spPr>
          <a:xfrm flipH="1">
            <a:off x="14828930" y="1480109"/>
            <a:ext cx="3709047" cy="660885"/>
          </a:xfrm>
          <a:custGeom>
            <a:avLst/>
            <a:gdLst/>
            <a:ahLst/>
            <a:cxnLst/>
            <a:rect l="l" t="t" r="r" b="b"/>
            <a:pathLst>
              <a:path w="3709047" h="660885">
                <a:moveTo>
                  <a:pt x="3709047" y="0"/>
                </a:moveTo>
                <a:lnTo>
                  <a:pt x="0" y="0"/>
                </a:lnTo>
                <a:lnTo>
                  <a:pt x="0" y="660884"/>
                </a:lnTo>
                <a:lnTo>
                  <a:pt x="3709047" y="660884"/>
                </a:lnTo>
                <a:lnTo>
                  <a:pt x="37090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AC7CDB4-309B-8745-0665-F824A721736A}"/>
              </a:ext>
            </a:extLst>
          </p:cNvPr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3843D39-016E-AEEF-4400-BD10B86087B9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29675C2-FCAB-CE5D-27ED-D161611DEC5A}"/>
                </a:ext>
              </a:extLst>
            </p:cNvPr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C9A1CF8-556B-96E0-EAB2-7F933D146D71}"/>
              </a:ext>
            </a:extLst>
          </p:cNvPr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774479E-999D-D902-DD98-9C0B070A585D}"/>
                </a:ext>
              </a:extLst>
            </p:cNvPr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FD50DAD-F837-FDBD-60AE-958497892C7E}"/>
                </a:ext>
              </a:extLst>
            </p:cNvPr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Freeform 17">
            <a:extLst>
              <a:ext uri="{FF2B5EF4-FFF2-40B4-BE49-F238E27FC236}">
                <a16:creationId xmlns:a16="http://schemas.microsoft.com/office/drawing/2014/main" id="{D354BF69-EBD2-5769-E5CE-50863E23F8AE}"/>
              </a:ext>
            </a:extLst>
          </p:cNvPr>
          <p:cNvSpPr/>
          <p:nvPr/>
        </p:nvSpPr>
        <p:spPr>
          <a:xfrm>
            <a:off x="711540" y="589294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0" y="0"/>
                </a:moveTo>
                <a:lnTo>
                  <a:pt x="1682677" y="0"/>
                </a:lnTo>
                <a:lnTo>
                  <a:pt x="1682677" y="3365355"/>
                </a:lnTo>
                <a:lnTo>
                  <a:pt x="0" y="33653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6CF63B9A-0A32-80B0-0653-6DD288BEA3BA}"/>
              </a:ext>
            </a:extLst>
          </p:cNvPr>
          <p:cNvSpPr/>
          <p:nvPr/>
        </p:nvSpPr>
        <p:spPr>
          <a:xfrm flipH="1">
            <a:off x="15893783" y="5892945"/>
            <a:ext cx="1682677" cy="3365355"/>
          </a:xfrm>
          <a:custGeom>
            <a:avLst/>
            <a:gdLst/>
            <a:ahLst/>
            <a:cxnLst/>
            <a:rect l="l" t="t" r="r" b="b"/>
            <a:pathLst>
              <a:path w="1682677" h="3365355">
                <a:moveTo>
                  <a:pt x="1682677" y="0"/>
                </a:moveTo>
                <a:lnTo>
                  <a:pt x="0" y="0"/>
                </a:lnTo>
                <a:lnTo>
                  <a:pt x="0" y="3365355"/>
                </a:lnTo>
                <a:lnTo>
                  <a:pt x="1682677" y="3365355"/>
                </a:lnTo>
                <a:lnTo>
                  <a:pt x="16826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08DB387-61CB-68F1-08B3-DBFF0CC4037F}"/>
              </a:ext>
            </a:extLst>
          </p:cNvPr>
          <p:cNvSpPr txBox="1"/>
          <p:nvPr/>
        </p:nvSpPr>
        <p:spPr>
          <a:xfrm>
            <a:off x="1706009" y="838627"/>
            <a:ext cx="14875978" cy="135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53"/>
              </a:lnSpc>
              <a:spcBef>
                <a:spcPct val="0"/>
              </a:spcBef>
            </a:pPr>
            <a:r>
              <a:rPr lang="en-US" sz="5100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Updated (from </a:t>
            </a:r>
            <a:r>
              <a:rPr lang="en-US" sz="5100" dirty="0" err="1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recommendatIons</a:t>
            </a:r>
            <a:r>
              <a:rPr lang="en-US" sz="5100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)</a:t>
            </a:r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D8B130B-DEC2-4D71-6638-E0F67E0841A9}"/>
              </a:ext>
            </a:extLst>
          </p:cNvPr>
          <p:cNvGrpSpPr/>
          <p:nvPr/>
        </p:nvGrpSpPr>
        <p:grpSpPr>
          <a:xfrm>
            <a:off x="1411702" y="2540722"/>
            <a:ext cx="15464596" cy="5829478"/>
            <a:chOff x="0" y="0"/>
            <a:chExt cx="4072980" cy="1535336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96D7DB5-6522-4D80-7920-1C9A4196DEEF}"/>
                </a:ext>
              </a:extLst>
            </p:cNvPr>
            <p:cNvSpPr/>
            <p:nvPr/>
          </p:nvSpPr>
          <p:spPr>
            <a:xfrm>
              <a:off x="0" y="0"/>
              <a:ext cx="4072980" cy="1535336"/>
            </a:xfrm>
            <a:custGeom>
              <a:avLst/>
              <a:gdLst/>
              <a:ahLst/>
              <a:cxnLst/>
              <a:rect l="l" t="t" r="r" b="b"/>
              <a:pathLst>
                <a:path w="4072980" h="1535336">
                  <a:moveTo>
                    <a:pt x="0" y="0"/>
                  </a:moveTo>
                  <a:lnTo>
                    <a:pt x="4072980" y="0"/>
                  </a:lnTo>
                  <a:lnTo>
                    <a:pt x="4072980" y="1535336"/>
                  </a:lnTo>
                  <a:lnTo>
                    <a:pt x="0" y="1535336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96473F6D-3684-78AE-D6EA-C2FA23D3510E}"/>
                </a:ext>
              </a:extLst>
            </p:cNvPr>
            <p:cNvSpPr txBox="1"/>
            <p:nvPr/>
          </p:nvSpPr>
          <p:spPr>
            <a:xfrm>
              <a:off x="0" y="9525"/>
              <a:ext cx="4072980" cy="1525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8"/>
                </a:lnSpc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1AAF100C-1D4E-A28A-F600-7DB0108DEF0B}"/>
              </a:ext>
            </a:extLst>
          </p:cNvPr>
          <p:cNvSpPr txBox="1"/>
          <p:nvPr/>
        </p:nvSpPr>
        <p:spPr>
          <a:xfrm>
            <a:off x="1557640" y="4361954"/>
            <a:ext cx="14865083" cy="357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ctr">
              <a:lnSpc>
                <a:spcPts val="314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Added sound effects for move, </a:t>
            </a:r>
            <a:r>
              <a:rPr lang="en-US" sz="3200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wIn</a:t>
            </a:r>
            <a:r>
              <a:rPr lang="en-US" sz="32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, Loss, Draw.</a:t>
            </a:r>
          </a:p>
          <a:p>
            <a:pPr marL="457200" indent="-457200" algn="ctr">
              <a:lnSpc>
                <a:spcPts val="314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marL="457200" indent="-457200" algn="ctr">
              <a:lnSpc>
                <a:spcPts val="314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Pop up appears when It’s the player’s turn to swap to help them clearly understand</a:t>
            </a:r>
          </a:p>
          <a:p>
            <a:pPr marL="457200" indent="-457200" algn="ctr">
              <a:lnSpc>
                <a:spcPts val="314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marL="457200" indent="-457200" algn="ctr">
              <a:lnSpc>
                <a:spcPts val="314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IMPROVED </a:t>
            </a:r>
            <a:r>
              <a:rPr lang="en-US" sz="32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Menu Screen</a:t>
            </a:r>
          </a:p>
          <a:p>
            <a:pPr marL="457200" indent="-457200" algn="ctr">
              <a:lnSpc>
                <a:spcPts val="314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marL="457200" indent="-457200" algn="ctr">
              <a:lnSpc>
                <a:spcPts val="314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Made </a:t>
            </a:r>
            <a:r>
              <a:rPr lang="en-US" sz="3200" dirty="0" err="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InstructIons</a:t>
            </a:r>
            <a:r>
              <a:rPr lang="en-US" sz="32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clearer</a:t>
            </a:r>
            <a:endParaRPr lang="en-US" sz="3054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algn="l">
              <a:lnSpc>
                <a:spcPts val="3146"/>
              </a:lnSpc>
            </a:pPr>
            <a:endParaRPr lang="en-US" sz="3054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</p:spTree>
    <p:extLst>
      <p:ext uri="{BB962C8B-B14F-4D97-AF65-F5344CB8AC3E}">
        <p14:creationId xmlns:p14="http://schemas.microsoft.com/office/powerpoint/2010/main" val="427006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480898" y="1424701"/>
            <a:ext cx="296221" cy="415616"/>
          </a:xfrm>
          <a:custGeom>
            <a:avLst/>
            <a:gdLst/>
            <a:ahLst/>
            <a:cxnLst/>
            <a:rect l="l" t="t" r="r" b="b"/>
            <a:pathLst>
              <a:path w="296221" h="415616">
                <a:moveTo>
                  <a:pt x="0" y="0"/>
                </a:moveTo>
                <a:lnTo>
                  <a:pt x="296220" y="0"/>
                </a:lnTo>
                <a:lnTo>
                  <a:pt x="296220" y="415616"/>
                </a:lnTo>
                <a:lnTo>
                  <a:pt x="0" y="415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958711" y="1940081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4" y="0"/>
                </a:lnTo>
                <a:lnTo>
                  <a:pt x="232524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70912" y="3237600"/>
            <a:ext cx="380314" cy="533604"/>
          </a:xfrm>
          <a:custGeom>
            <a:avLst/>
            <a:gdLst/>
            <a:ahLst/>
            <a:cxnLst/>
            <a:rect l="l" t="t" r="r" b="b"/>
            <a:pathLst>
              <a:path w="380314" h="533604">
                <a:moveTo>
                  <a:pt x="0" y="0"/>
                </a:moveTo>
                <a:lnTo>
                  <a:pt x="380314" y="0"/>
                </a:lnTo>
                <a:lnTo>
                  <a:pt x="380314" y="533603"/>
                </a:lnTo>
                <a:lnTo>
                  <a:pt x="0" y="533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30186" y="2812550"/>
            <a:ext cx="3232575" cy="575986"/>
          </a:xfrm>
          <a:custGeom>
            <a:avLst/>
            <a:gdLst/>
            <a:ahLst/>
            <a:cxnLst/>
            <a:rect l="l" t="t" r="r" b="b"/>
            <a:pathLst>
              <a:path w="3232575" h="575986">
                <a:moveTo>
                  <a:pt x="0" y="0"/>
                </a:moveTo>
                <a:lnTo>
                  <a:pt x="3232575" y="0"/>
                </a:lnTo>
                <a:lnTo>
                  <a:pt x="3232575" y="575986"/>
                </a:lnTo>
                <a:lnTo>
                  <a:pt x="0" y="575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2" y="0"/>
                </a:lnTo>
                <a:lnTo>
                  <a:pt x="4696162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519306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2" y="0"/>
                </a:lnTo>
                <a:lnTo>
                  <a:pt x="4696162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908235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2" y="0"/>
                </a:lnTo>
                <a:lnTo>
                  <a:pt x="4696162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166311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2" y="0"/>
                </a:lnTo>
                <a:lnTo>
                  <a:pt x="4696162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687587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1" y="0"/>
                </a:lnTo>
                <a:lnTo>
                  <a:pt x="4696161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389225" y="4028307"/>
            <a:ext cx="280738" cy="393892"/>
          </a:xfrm>
          <a:custGeom>
            <a:avLst/>
            <a:gdLst/>
            <a:ahLst/>
            <a:cxnLst/>
            <a:rect l="l" t="t" r="r" b="b"/>
            <a:pathLst>
              <a:path w="280738" h="393892">
                <a:moveTo>
                  <a:pt x="0" y="0"/>
                </a:moveTo>
                <a:lnTo>
                  <a:pt x="280737" y="0"/>
                </a:lnTo>
                <a:lnTo>
                  <a:pt x="280737" y="393892"/>
                </a:lnTo>
                <a:lnTo>
                  <a:pt x="0" y="393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flipH="1">
            <a:off x="14431681" y="1850313"/>
            <a:ext cx="3950949" cy="703987"/>
          </a:xfrm>
          <a:custGeom>
            <a:avLst/>
            <a:gdLst/>
            <a:ahLst/>
            <a:cxnLst/>
            <a:rect l="l" t="t" r="r" b="b"/>
            <a:pathLst>
              <a:path w="3950949" h="703987">
                <a:moveTo>
                  <a:pt x="3950949" y="0"/>
                </a:moveTo>
                <a:lnTo>
                  <a:pt x="0" y="0"/>
                </a:lnTo>
                <a:lnTo>
                  <a:pt x="0" y="703987"/>
                </a:lnTo>
                <a:lnTo>
                  <a:pt x="3950949" y="703987"/>
                </a:lnTo>
                <a:lnTo>
                  <a:pt x="39509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595237" y="1161813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5" y="0"/>
                </a:lnTo>
                <a:lnTo>
                  <a:pt x="232525" y="326246"/>
                </a:lnTo>
                <a:lnTo>
                  <a:pt x="0" y="326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056136" y="2234108"/>
            <a:ext cx="16286332" cy="6263442"/>
            <a:chOff x="0" y="0"/>
            <a:chExt cx="4289404" cy="16496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89404" cy="1649631"/>
            </a:xfrm>
            <a:custGeom>
              <a:avLst/>
              <a:gdLst/>
              <a:ahLst/>
              <a:cxnLst/>
              <a:rect l="l" t="t" r="r" b="b"/>
              <a:pathLst>
                <a:path w="4289404" h="1649631">
                  <a:moveTo>
                    <a:pt x="0" y="0"/>
                  </a:moveTo>
                  <a:lnTo>
                    <a:pt x="4289404" y="0"/>
                  </a:lnTo>
                  <a:lnTo>
                    <a:pt x="4289404" y="1649631"/>
                  </a:lnTo>
                  <a:lnTo>
                    <a:pt x="0" y="1649631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4289404" cy="1640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8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-1675227" y="6800415"/>
            <a:ext cx="3452345" cy="615145"/>
          </a:xfrm>
          <a:custGeom>
            <a:avLst/>
            <a:gdLst/>
            <a:ahLst/>
            <a:cxnLst/>
            <a:rect l="l" t="t" r="r" b="b"/>
            <a:pathLst>
              <a:path w="3452345" h="615145">
                <a:moveTo>
                  <a:pt x="0" y="0"/>
                </a:moveTo>
                <a:lnTo>
                  <a:pt x="3452345" y="0"/>
                </a:lnTo>
                <a:lnTo>
                  <a:pt x="3452345" y="615145"/>
                </a:lnTo>
                <a:lnTo>
                  <a:pt x="0" y="6151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111438" y="968511"/>
            <a:ext cx="16175728" cy="1705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</a:pPr>
            <a:r>
              <a:rPr lang="en-US" sz="6199" dirty="0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CONCLUSION &amp; FUTURE SCOPE</a:t>
            </a:r>
          </a:p>
          <a:p>
            <a:pPr algn="ctr">
              <a:lnSpc>
                <a:spcPts val="6385"/>
              </a:lnSpc>
              <a:spcBef>
                <a:spcPct val="0"/>
              </a:spcBef>
            </a:pPr>
            <a:endParaRPr lang="en-US" sz="6199" dirty="0">
              <a:solidFill>
                <a:schemeClr val="accent4">
                  <a:lumMod val="50000"/>
                </a:schemeClr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458622" y="2757037"/>
            <a:ext cx="15756057" cy="5178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2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THIS PROJECT HELPED IN UNDERSTANDING ARRAYS, LOOPS, AND CONDITIONAL STATEMENTS PRACTICALLY. IT IMPROVED LOGICAL THINKING AND PROGRAM STRUCTURING SKILLS.</a:t>
            </a:r>
          </a:p>
          <a:p>
            <a:pPr algn="ctr">
              <a:lnSpc>
                <a:spcPts val="3742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FUTURE IMPROVEMENTS:</a:t>
            </a:r>
          </a:p>
          <a:p>
            <a:pPr marL="784502" lvl="1" indent="-392251" algn="l">
              <a:lnSpc>
                <a:spcPts val="3742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ADD COMPUTER (AI) OPPONENT.</a:t>
            </a:r>
          </a:p>
          <a:p>
            <a:pPr marL="784502" lvl="1" indent="-392251" algn="l">
              <a:lnSpc>
                <a:spcPts val="3742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ADD SCORE TRACKING SYSTEM.</a:t>
            </a:r>
          </a:p>
          <a:p>
            <a:pPr marL="784502" lvl="1" indent="-392251" algn="l">
              <a:lnSpc>
                <a:spcPts val="3742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CONVERT THE GAME INTO A GRAPHICAL VERSION.</a:t>
            </a:r>
          </a:p>
          <a:p>
            <a:pPr marL="784502" lvl="1" indent="-392251" algn="l">
              <a:lnSpc>
                <a:spcPts val="3742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DEVELOP A WEB-BASED VERSION OF THE GAME.</a:t>
            </a:r>
          </a:p>
          <a:p>
            <a:pPr algn="ctr">
              <a:lnSpc>
                <a:spcPts val="3742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  <a:p>
            <a:pPr algn="ctr">
              <a:lnSpc>
                <a:spcPts val="3742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7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31391"/>
            <a:ext cx="18288000" cy="5009239"/>
            <a:chOff x="0" y="0"/>
            <a:chExt cx="24384000" cy="6678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503780" y="1372852"/>
            <a:ext cx="333175" cy="467464"/>
          </a:xfrm>
          <a:custGeom>
            <a:avLst/>
            <a:gdLst/>
            <a:ahLst/>
            <a:cxnLst/>
            <a:rect l="l" t="t" r="r" b="b"/>
            <a:pathLst>
              <a:path w="333175" h="467464">
                <a:moveTo>
                  <a:pt x="0" y="0"/>
                </a:moveTo>
                <a:lnTo>
                  <a:pt x="333175" y="0"/>
                </a:lnTo>
                <a:lnTo>
                  <a:pt x="333175" y="467465"/>
                </a:lnTo>
                <a:lnTo>
                  <a:pt x="0" y="467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96934" y="3303107"/>
            <a:ext cx="280665" cy="393791"/>
          </a:xfrm>
          <a:custGeom>
            <a:avLst/>
            <a:gdLst/>
            <a:ahLst/>
            <a:cxnLst/>
            <a:rect l="l" t="t" r="r" b="b"/>
            <a:pathLst>
              <a:path w="280665" h="393791">
                <a:moveTo>
                  <a:pt x="0" y="0"/>
                </a:moveTo>
                <a:lnTo>
                  <a:pt x="280666" y="0"/>
                </a:lnTo>
                <a:lnTo>
                  <a:pt x="280666" y="393791"/>
                </a:lnTo>
                <a:lnTo>
                  <a:pt x="0" y="393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415355" y="2691676"/>
            <a:ext cx="2888109" cy="514609"/>
          </a:xfrm>
          <a:custGeom>
            <a:avLst/>
            <a:gdLst/>
            <a:ahLst/>
            <a:cxnLst/>
            <a:rect l="l" t="t" r="r" b="b"/>
            <a:pathLst>
              <a:path w="2888109" h="514609">
                <a:moveTo>
                  <a:pt x="0" y="0"/>
                </a:moveTo>
                <a:lnTo>
                  <a:pt x="2888110" y="0"/>
                </a:lnTo>
                <a:lnTo>
                  <a:pt x="2888110" y="514609"/>
                </a:lnTo>
                <a:lnTo>
                  <a:pt x="0" y="514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8591752"/>
            <a:ext cx="18288000" cy="3086100"/>
            <a:chOff x="0" y="0"/>
            <a:chExt cx="4816593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0" y="8591752"/>
            <a:ext cx="18288000" cy="5009239"/>
            <a:chOff x="0" y="0"/>
            <a:chExt cx="24384000" cy="66789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4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192000" y="0"/>
              <a:ext cx="12192000" cy="6678985"/>
            </a:xfrm>
            <a:custGeom>
              <a:avLst/>
              <a:gdLst/>
              <a:ahLst/>
              <a:cxnLst/>
              <a:rect l="l" t="t" r="r" b="b"/>
              <a:pathLst>
                <a:path w="12192000" h="6678985">
                  <a:moveTo>
                    <a:pt x="0" y="0"/>
                  </a:moveTo>
                  <a:lnTo>
                    <a:pt x="12192000" y="0"/>
                  </a:lnTo>
                  <a:lnTo>
                    <a:pt x="12192000" y="6678985"/>
                  </a:lnTo>
                  <a:lnTo>
                    <a:pt x="0" y="66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4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2692830" y="3631391"/>
            <a:ext cx="184738" cy="259198"/>
          </a:xfrm>
          <a:custGeom>
            <a:avLst/>
            <a:gdLst/>
            <a:ahLst/>
            <a:cxnLst/>
            <a:rect l="l" t="t" r="r" b="b"/>
            <a:pathLst>
              <a:path w="184738" h="259198">
                <a:moveTo>
                  <a:pt x="0" y="0"/>
                </a:moveTo>
                <a:lnTo>
                  <a:pt x="184738" y="0"/>
                </a:lnTo>
                <a:lnTo>
                  <a:pt x="184738" y="259198"/>
                </a:lnTo>
                <a:lnTo>
                  <a:pt x="0" y="25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14058055" y="1987689"/>
            <a:ext cx="3950949" cy="703987"/>
          </a:xfrm>
          <a:custGeom>
            <a:avLst/>
            <a:gdLst/>
            <a:ahLst/>
            <a:cxnLst/>
            <a:rect l="l" t="t" r="r" b="b"/>
            <a:pathLst>
              <a:path w="3950949" h="703987">
                <a:moveTo>
                  <a:pt x="3950949" y="0"/>
                </a:moveTo>
                <a:lnTo>
                  <a:pt x="0" y="0"/>
                </a:lnTo>
                <a:lnTo>
                  <a:pt x="0" y="703987"/>
                </a:lnTo>
                <a:lnTo>
                  <a:pt x="3950949" y="703987"/>
                </a:lnTo>
                <a:lnTo>
                  <a:pt x="395094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595237" y="1260310"/>
            <a:ext cx="232525" cy="326247"/>
          </a:xfrm>
          <a:custGeom>
            <a:avLst/>
            <a:gdLst/>
            <a:ahLst/>
            <a:cxnLst/>
            <a:rect l="l" t="t" r="r" b="b"/>
            <a:pathLst>
              <a:path w="232525" h="326247">
                <a:moveTo>
                  <a:pt x="0" y="0"/>
                </a:moveTo>
                <a:lnTo>
                  <a:pt x="232525" y="0"/>
                </a:lnTo>
                <a:lnTo>
                  <a:pt x="232525" y="326247"/>
                </a:lnTo>
                <a:lnTo>
                  <a:pt x="0" y="326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10842504" y="6047007"/>
            <a:ext cx="7690165" cy="2544746"/>
          </a:xfrm>
          <a:custGeom>
            <a:avLst/>
            <a:gdLst/>
            <a:ahLst/>
            <a:cxnLst/>
            <a:rect l="l" t="t" r="r" b="b"/>
            <a:pathLst>
              <a:path w="7690165" h="2544746">
                <a:moveTo>
                  <a:pt x="7690165" y="0"/>
                </a:moveTo>
                <a:lnTo>
                  <a:pt x="0" y="0"/>
                </a:lnTo>
                <a:lnTo>
                  <a:pt x="0" y="2544745"/>
                </a:lnTo>
                <a:lnTo>
                  <a:pt x="7690165" y="2544745"/>
                </a:lnTo>
                <a:lnTo>
                  <a:pt x="769016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-2742738" y="5863312"/>
            <a:ext cx="8245287" cy="2728440"/>
          </a:xfrm>
          <a:custGeom>
            <a:avLst/>
            <a:gdLst/>
            <a:ahLst/>
            <a:cxnLst/>
            <a:rect l="l" t="t" r="r" b="b"/>
            <a:pathLst>
              <a:path w="8245287" h="2728440">
                <a:moveTo>
                  <a:pt x="8245287" y="0"/>
                </a:moveTo>
                <a:lnTo>
                  <a:pt x="0" y="0"/>
                </a:lnTo>
                <a:lnTo>
                  <a:pt x="0" y="2728440"/>
                </a:lnTo>
                <a:lnTo>
                  <a:pt x="8245287" y="2728440"/>
                </a:lnTo>
                <a:lnTo>
                  <a:pt x="824528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0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2" y="0"/>
                </a:lnTo>
                <a:lnTo>
                  <a:pt x="4696162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687587" y="7629573"/>
            <a:ext cx="4696162" cy="1084386"/>
          </a:xfrm>
          <a:custGeom>
            <a:avLst/>
            <a:gdLst/>
            <a:ahLst/>
            <a:cxnLst/>
            <a:rect l="l" t="t" r="r" b="b"/>
            <a:pathLst>
              <a:path w="4696162" h="1084386">
                <a:moveTo>
                  <a:pt x="0" y="0"/>
                </a:moveTo>
                <a:lnTo>
                  <a:pt x="4696161" y="0"/>
                </a:lnTo>
                <a:lnTo>
                  <a:pt x="4696161" y="1084386"/>
                </a:lnTo>
                <a:lnTo>
                  <a:pt x="0" y="1084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578551" y="2667831"/>
            <a:ext cx="15157394" cy="4842647"/>
            <a:chOff x="0" y="0"/>
            <a:chExt cx="3992071" cy="12754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92071" cy="1275430"/>
            </a:xfrm>
            <a:custGeom>
              <a:avLst/>
              <a:gdLst/>
              <a:ahLst/>
              <a:cxnLst/>
              <a:rect l="l" t="t" r="r" b="b"/>
              <a:pathLst>
                <a:path w="3992071" h="1275430">
                  <a:moveTo>
                    <a:pt x="0" y="0"/>
                  </a:moveTo>
                  <a:lnTo>
                    <a:pt x="3992071" y="0"/>
                  </a:lnTo>
                  <a:lnTo>
                    <a:pt x="3992071" y="1275430"/>
                  </a:lnTo>
                  <a:lnTo>
                    <a:pt x="0" y="1275430"/>
                  </a:lnTo>
                  <a:close/>
                </a:path>
              </a:pathLst>
            </a:custGeom>
            <a:solidFill>
              <a:srgbClr val="3C207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3992071" cy="1265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8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719259" y="1367194"/>
            <a:ext cx="1487597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85"/>
              </a:lnSpc>
              <a:spcBef>
                <a:spcPct val="0"/>
              </a:spcBef>
            </a:pPr>
            <a:r>
              <a:rPr lang="en-US" sz="6199">
                <a:solidFill>
                  <a:schemeClr val="accent4">
                    <a:lumMod val="50000"/>
                  </a:schemeClr>
                </a:solidFill>
                <a:latin typeface="Arcade Gamer"/>
                <a:ea typeface="Arcade Gamer"/>
                <a:cs typeface="Arcade Gamer"/>
                <a:sym typeface="Arcade Gamer"/>
              </a:rPr>
              <a:t>PRESENTED BY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CD43D6-317B-4F4B-E46F-DC2015B4A772}"/>
              </a:ext>
            </a:extLst>
          </p:cNvPr>
          <p:cNvSpPr txBox="1"/>
          <p:nvPr/>
        </p:nvSpPr>
        <p:spPr>
          <a:xfrm>
            <a:off x="4405663" y="2775378"/>
            <a:ext cx="12755822" cy="444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lnSpc>
                <a:spcPct val="150000"/>
              </a:lnSpc>
              <a:buNone/>
            </a:pPr>
            <a:r>
              <a:rPr lang="en-US" sz="3200" kern="1200" dirty="0">
                <a:solidFill>
                  <a:srgbClr val="FFFFFF"/>
                </a:solidFill>
                <a:effectLst/>
                <a:latin typeface="Arcade Gamer" panose="020B0604020202020204" charset="0"/>
                <a:ea typeface="Arcade Gamer" panose="020B0604020202020204" charset="0"/>
                <a:cs typeface="Arcade Gamer" panose="020B0604020202020204" charset="0"/>
              </a:rPr>
              <a:t>1262251158  -   AKANKSHA DANGE</a:t>
            </a:r>
            <a:endParaRPr lang="en-IN" sz="3200" dirty="0">
              <a:effectLst/>
            </a:endParaRPr>
          </a:p>
          <a:p>
            <a:pPr marL="0" algn="l" rtl="0" eaLnBrk="1" latinLnBrk="0" hangingPunct="1">
              <a:lnSpc>
                <a:spcPct val="150000"/>
              </a:lnSpc>
              <a:buNone/>
            </a:pPr>
            <a:r>
              <a:rPr lang="en-US" sz="3200" kern="1200" dirty="0">
                <a:solidFill>
                  <a:srgbClr val="FFFFFF"/>
                </a:solidFill>
                <a:effectLst/>
                <a:latin typeface="Arcade Gamer" panose="020B0604020202020204" charset="0"/>
                <a:ea typeface="Arcade Gamer" panose="020B0604020202020204" charset="0"/>
                <a:cs typeface="Arcade Gamer" panose="020B0604020202020204" charset="0"/>
              </a:rPr>
              <a:t>1262251255  -  ISHITA KALE</a:t>
            </a:r>
            <a:endParaRPr lang="en-IN" sz="3200" dirty="0">
              <a:effectLst/>
            </a:endParaRPr>
          </a:p>
          <a:p>
            <a:pPr marL="0" algn="l" rtl="0" eaLnBrk="1" latinLnBrk="0" hangingPunct="1">
              <a:lnSpc>
                <a:spcPct val="150000"/>
              </a:lnSpc>
              <a:buNone/>
            </a:pPr>
            <a:r>
              <a:rPr lang="en-US" sz="3200" kern="1200" dirty="0">
                <a:solidFill>
                  <a:srgbClr val="FFFFFF"/>
                </a:solidFill>
                <a:effectLst/>
                <a:latin typeface="Arcade Gamer" panose="020B0604020202020204" charset="0"/>
                <a:ea typeface="Arcade Gamer" panose="020B0604020202020204" charset="0"/>
                <a:cs typeface="Arcade Gamer" panose="020B0604020202020204" charset="0"/>
              </a:rPr>
              <a:t>1262252018  -  ESHITA UCHGAONKAR</a:t>
            </a:r>
            <a:endParaRPr lang="en-IN" sz="3200" dirty="0">
              <a:effectLst/>
            </a:endParaRPr>
          </a:p>
          <a:p>
            <a:pPr marL="0" algn="l" rtl="0" eaLnBrk="1" latinLnBrk="0" hangingPunct="1">
              <a:lnSpc>
                <a:spcPct val="150000"/>
              </a:lnSpc>
              <a:buNone/>
            </a:pPr>
            <a:r>
              <a:rPr lang="en-US" sz="3200" kern="1200" dirty="0">
                <a:solidFill>
                  <a:srgbClr val="FFFFFF"/>
                </a:solidFill>
                <a:effectLst/>
                <a:latin typeface="Arcade Gamer" panose="020B0604020202020204" charset="0"/>
                <a:ea typeface="Arcade Gamer" panose="020B0604020202020204" charset="0"/>
                <a:cs typeface="Arcade Gamer" panose="020B0604020202020204" charset="0"/>
              </a:rPr>
              <a:t>1262253117  -  ANVESHA JAIN</a:t>
            </a:r>
            <a:endParaRPr lang="en-IN" sz="3200" dirty="0">
              <a:effectLst/>
            </a:endParaRPr>
          </a:p>
          <a:p>
            <a:pPr marL="0" algn="l" rtl="0" eaLnBrk="1" latinLnBrk="0" hangingPunct="1">
              <a:lnSpc>
                <a:spcPct val="150000"/>
              </a:lnSpc>
              <a:buNone/>
            </a:pPr>
            <a:r>
              <a:rPr lang="en-US" sz="3200" kern="1200" dirty="0">
                <a:solidFill>
                  <a:srgbClr val="FFFFFF"/>
                </a:solidFill>
                <a:effectLst/>
                <a:latin typeface="Arcade Gamer" panose="020B0604020202020204" charset="0"/>
                <a:ea typeface="Arcade Gamer" panose="020B0604020202020204" charset="0"/>
                <a:cs typeface="Arcade Gamer" panose="020B0604020202020204" charset="0"/>
              </a:rPr>
              <a:t>1262253453  -  ADHITTE NAIR</a:t>
            </a:r>
            <a:endParaRPr lang="en-IN" sz="3200" dirty="0">
              <a:effectLst/>
            </a:endParaRPr>
          </a:p>
          <a:p>
            <a:pPr marL="0" algn="l" rtl="0" eaLnBrk="1" latinLnBrk="0" hangingPunct="1">
              <a:lnSpc>
                <a:spcPct val="150000"/>
              </a:lnSpc>
              <a:buNone/>
            </a:pPr>
            <a:r>
              <a:rPr lang="en-US" sz="3200" kern="1200" dirty="0">
                <a:solidFill>
                  <a:srgbClr val="FFFFFF"/>
                </a:solidFill>
                <a:effectLst/>
                <a:latin typeface="Arcade Gamer" panose="020B0604020202020204" charset="0"/>
                <a:ea typeface="Arcade Gamer" panose="020B0604020202020204" charset="0"/>
                <a:cs typeface="Arcade Gamer" panose="020B0604020202020204" charset="0"/>
              </a:rPr>
              <a:t>1262254062  -  ANANYA BHALE</a:t>
            </a:r>
            <a:endParaRPr lang="en-IN" sz="32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646</Words>
  <Application>Microsoft Office PowerPoint</Application>
  <PresentationFormat>Custom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Arcade Gamer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let’s play!</dc:title>
  <cp:lastModifiedBy>Akanksha Dange</cp:lastModifiedBy>
  <cp:revision>2</cp:revision>
  <dcterms:created xsi:type="dcterms:W3CDTF">2006-08-16T00:00:00Z</dcterms:created>
  <dcterms:modified xsi:type="dcterms:W3CDTF">2026-03-04T12:33:17Z</dcterms:modified>
  <dc:identifier>DAHBlItjdHs</dc:identifier>
</cp:coreProperties>
</file>